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oppins" charset="1" panose="00000500000000000000"/>
      <p:regular r:id="rId15"/>
    </p:embeddedFont>
    <p:embeddedFont>
      <p:font typeface="Poppins Bold" charset="1" panose="00000800000000000000"/>
      <p:regular r:id="rId16"/>
    </p:embeddedFont>
    <p:embeddedFont>
      <p:font typeface="Antonio Ultra-Bold Italics" charset="1" panose="02000803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jpeg" Type="http://schemas.openxmlformats.org/officeDocument/2006/relationships/image"/><Relationship Id="rId14" Target="../media/image13.jpeg" Type="http://schemas.openxmlformats.org/officeDocument/2006/relationships/image"/><Relationship Id="rId15" Target="../media/image14.jpeg" Type="http://schemas.openxmlformats.org/officeDocument/2006/relationships/image"/><Relationship Id="rId16" Target="../media/image15.png" Type="http://schemas.openxmlformats.org/officeDocument/2006/relationships/image"/><Relationship Id="rId17" Target="../media/image16.jpeg" Type="http://schemas.openxmlformats.org/officeDocument/2006/relationships/image"/><Relationship Id="rId18" Target="../media/image17.jpeg" Type="http://schemas.openxmlformats.org/officeDocument/2006/relationships/image"/><Relationship Id="rId19" Target="../media/image18.jpe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png" Type="http://schemas.openxmlformats.org/officeDocument/2006/relationships/image"/><Relationship Id="rId22" Target="../media/image2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22.jpeg" Type="http://schemas.openxmlformats.org/officeDocument/2006/relationships/image"/><Relationship Id="rId14" Target="../media/image19.png" Type="http://schemas.openxmlformats.org/officeDocument/2006/relationships/image"/><Relationship Id="rId15" Target="../media/image20.png" Type="http://schemas.openxmlformats.org/officeDocument/2006/relationships/image"/><Relationship Id="rId16"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23.png" Type="http://schemas.openxmlformats.org/officeDocument/2006/relationships/image"/><Relationship Id="rId14" Target="../media/image24.png" Type="http://schemas.openxmlformats.org/officeDocument/2006/relationships/image"/><Relationship Id="rId15" Target="../media/image25.png" Type="http://schemas.openxmlformats.org/officeDocument/2006/relationships/image"/><Relationship Id="rId16" Target="../media/image19.png" Type="http://schemas.openxmlformats.org/officeDocument/2006/relationships/image"/><Relationship Id="rId17" Target="../media/image20.png" Type="http://schemas.openxmlformats.org/officeDocument/2006/relationships/image"/><Relationship Id="rId18"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26.jpeg" Type="http://schemas.openxmlformats.org/officeDocument/2006/relationships/image"/><Relationship Id="rId14" Target="../media/image27.jpeg" Type="http://schemas.openxmlformats.org/officeDocument/2006/relationships/image"/><Relationship Id="rId15" Target="../media/image28.jpeg" Type="http://schemas.openxmlformats.org/officeDocument/2006/relationships/image"/><Relationship Id="rId16" Target="../media/image29.jpeg" Type="http://schemas.openxmlformats.org/officeDocument/2006/relationships/image"/><Relationship Id="rId17" Target="../media/image19.png" Type="http://schemas.openxmlformats.org/officeDocument/2006/relationships/image"/><Relationship Id="rId18" Target="../media/image20.png" Type="http://schemas.openxmlformats.org/officeDocument/2006/relationships/image"/><Relationship Id="rId19"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30.jpeg" Type="http://schemas.openxmlformats.org/officeDocument/2006/relationships/image"/><Relationship Id="rId14" Target="../media/image31.jpeg" Type="http://schemas.openxmlformats.org/officeDocument/2006/relationships/image"/><Relationship Id="rId15" Target="../media/image32.jpeg" Type="http://schemas.openxmlformats.org/officeDocument/2006/relationships/image"/><Relationship Id="rId16" Target="../media/image19.png" Type="http://schemas.openxmlformats.org/officeDocument/2006/relationships/image"/><Relationship Id="rId17" Target="../media/image20.png" Type="http://schemas.openxmlformats.org/officeDocument/2006/relationships/image"/><Relationship Id="rId18"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33.png" Type="http://schemas.openxmlformats.org/officeDocument/2006/relationships/image"/><Relationship Id="rId14" Target="../media/image34.png" Type="http://schemas.openxmlformats.org/officeDocument/2006/relationships/image"/><Relationship Id="rId15" Target="../media/image19.png" Type="http://schemas.openxmlformats.org/officeDocument/2006/relationships/image"/><Relationship Id="rId16" Target="../media/image20.png" Type="http://schemas.openxmlformats.org/officeDocument/2006/relationships/image"/><Relationship Id="rId17"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png" Type="http://schemas.openxmlformats.org/officeDocument/2006/relationships/image"/><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35.pn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9.png" Type="http://schemas.openxmlformats.org/officeDocument/2006/relationships/image"/><Relationship Id="rId14" Target="../media/image20.png" Type="http://schemas.openxmlformats.org/officeDocument/2006/relationships/image"/><Relationship Id="rId15"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42.png" Type="http://schemas.openxmlformats.org/officeDocument/2006/relationships/image"/><Relationship Id="rId14" Target="../media/image43.png" Type="http://schemas.openxmlformats.org/officeDocument/2006/relationships/image"/><Relationship Id="rId15" Target="../media/image44.png" Type="http://schemas.openxmlformats.org/officeDocument/2006/relationships/image"/><Relationship Id="rId16" Target="../media/image19.png" Type="http://schemas.openxmlformats.org/officeDocument/2006/relationships/image"/><Relationship Id="rId17" Target="../media/image20.png" Type="http://schemas.openxmlformats.org/officeDocument/2006/relationships/image"/><Relationship Id="rId18"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sp>
        <p:nvSpPr>
          <p:cNvPr name="Freeform 2" id="2"/>
          <p:cNvSpPr/>
          <p:nvPr/>
        </p:nvSpPr>
        <p:spPr>
          <a:xfrm flipH="false" flipV="false" rot="0">
            <a:off x="-117886" y="3624475"/>
            <a:ext cx="18534060" cy="5513883"/>
          </a:xfrm>
          <a:custGeom>
            <a:avLst/>
            <a:gdLst/>
            <a:ahLst/>
            <a:cxnLst/>
            <a:rect r="r" b="b" t="t" l="l"/>
            <a:pathLst>
              <a:path h="5513883" w="18534060">
                <a:moveTo>
                  <a:pt x="0" y="0"/>
                </a:moveTo>
                <a:lnTo>
                  <a:pt x="18534060" y="0"/>
                </a:lnTo>
                <a:lnTo>
                  <a:pt x="18534060" y="5513882"/>
                </a:lnTo>
                <a:lnTo>
                  <a:pt x="0" y="5513882"/>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122398" y="310577"/>
            <a:ext cx="7906873" cy="3507777"/>
          </a:xfrm>
          <a:custGeom>
            <a:avLst/>
            <a:gdLst/>
            <a:ahLst/>
            <a:cxnLst/>
            <a:rect r="r" b="b" t="t" l="l"/>
            <a:pathLst>
              <a:path h="3507777" w="7906873">
                <a:moveTo>
                  <a:pt x="0" y="0"/>
                </a:moveTo>
                <a:lnTo>
                  <a:pt x="7906874" y="0"/>
                </a:lnTo>
                <a:lnTo>
                  <a:pt x="7906874" y="3507777"/>
                </a:lnTo>
                <a:lnTo>
                  <a:pt x="0" y="35077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310496" y="2651032"/>
            <a:ext cx="4997684" cy="2217154"/>
          </a:xfrm>
          <a:custGeom>
            <a:avLst/>
            <a:gdLst/>
            <a:ahLst/>
            <a:cxnLst/>
            <a:rect r="r" b="b" t="t" l="l"/>
            <a:pathLst>
              <a:path h="2217154" w="4997684">
                <a:moveTo>
                  <a:pt x="0" y="0"/>
                </a:moveTo>
                <a:lnTo>
                  <a:pt x="4997683" y="0"/>
                </a:lnTo>
                <a:lnTo>
                  <a:pt x="4997683" y="2217154"/>
                </a:lnTo>
                <a:lnTo>
                  <a:pt x="0" y="2217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18280" y="7025968"/>
            <a:ext cx="18734847" cy="6260562"/>
          </a:xfrm>
          <a:custGeom>
            <a:avLst/>
            <a:gdLst/>
            <a:ahLst/>
            <a:cxnLst/>
            <a:rect r="r" b="b" t="t" l="l"/>
            <a:pathLst>
              <a:path h="6260562" w="18734847">
                <a:moveTo>
                  <a:pt x="0" y="0"/>
                </a:moveTo>
                <a:lnTo>
                  <a:pt x="18734848" y="0"/>
                </a:lnTo>
                <a:lnTo>
                  <a:pt x="18734848" y="6260561"/>
                </a:lnTo>
                <a:lnTo>
                  <a:pt x="0" y="6260561"/>
                </a:lnTo>
                <a:lnTo>
                  <a:pt x="0" y="0"/>
                </a:lnTo>
                <a:close/>
              </a:path>
            </a:pathLst>
          </a:custGeom>
          <a:blipFill>
            <a:blip r:embed="rId6"/>
            <a:stretch>
              <a:fillRect l="0" t="0" r="0" b="0"/>
            </a:stretch>
          </a:blipFill>
        </p:spPr>
      </p:sp>
      <p:sp>
        <p:nvSpPr>
          <p:cNvPr name="Freeform 6" id="6"/>
          <p:cNvSpPr/>
          <p:nvPr/>
        </p:nvSpPr>
        <p:spPr>
          <a:xfrm flipH="false" flipV="false" rot="0">
            <a:off x="3925657" y="3624475"/>
            <a:ext cx="2491607" cy="5662743"/>
          </a:xfrm>
          <a:custGeom>
            <a:avLst/>
            <a:gdLst/>
            <a:ahLst/>
            <a:cxnLst/>
            <a:rect r="r" b="b" t="t" l="l"/>
            <a:pathLst>
              <a:path h="5662743" w="2491607">
                <a:moveTo>
                  <a:pt x="0" y="0"/>
                </a:moveTo>
                <a:lnTo>
                  <a:pt x="2491607" y="0"/>
                </a:lnTo>
                <a:lnTo>
                  <a:pt x="2491607" y="5662742"/>
                </a:lnTo>
                <a:lnTo>
                  <a:pt x="0" y="56627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26050" y="5813378"/>
            <a:ext cx="2629030" cy="4050327"/>
          </a:xfrm>
          <a:custGeom>
            <a:avLst/>
            <a:gdLst/>
            <a:ahLst/>
            <a:cxnLst/>
            <a:rect r="r" b="b" t="t" l="l"/>
            <a:pathLst>
              <a:path h="4050327" w="2629030">
                <a:moveTo>
                  <a:pt x="0" y="0"/>
                </a:moveTo>
                <a:lnTo>
                  <a:pt x="2629030" y="0"/>
                </a:lnTo>
                <a:lnTo>
                  <a:pt x="2629030" y="4050327"/>
                </a:lnTo>
                <a:lnTo>
                  <a:pt x="0" y="405032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4328900" y="4417937"/>
            <a:ext cx="3836474" cy="5382808"/>
          </a:xfrm>
          <a:custGeom>
            <a:avLst/>
            <a:gdLst/>
            <a:ahLst/>
            <a:cxnLst/>
            <a:rect r="r" b="b" t="t" l="l"/>
            <a:pathLst>
              <a:path h="5382808" w="3836474">
                <a:moveTo>
                  <a:pt x="0" y="0"/>
                </a:moveTo>
                <a:lnTo>
                  <a:pt x="3836474" y="0"/>
                </a:lnTo>
                <a:lnTo>
                  <a:pt x="3836474" y="5382807"/>
                </a:lnTo>
                <a:lnTo>
                  <a:pt x="0" y="53828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 id="9"/>
          <p:cNvGrpSpPr/>
          <p:nvPr/>
        </p:nvGrpSpPr>
        <p:grpSpPr>
          <a:xfrm rot="0">
            <a:off x="0" y="-108285"/>
            <a:ext cx="18516568" cy="10503570"/>
            <a:chOff x="0" y="0"/>
            <a:chExt cx="4876791" cy="2766372"/>
          </a:xfrm>
        </p:grpSpPr>
        <p:sp>
          <p:nvSpPr>
            <p:cNvPr name="Freeform 10" id="10"/>
            <p:cNvSpPr/>
            <p:nvPr/>
          </p:nvSpPr>
          <p:spPr>
            <a:xfrm flipH="false" flipV="false" rot="0">
              <a:off x="0" y="0"/>
              <a:ext cx="4876791" cy="2766372"/>
            </a:xfrm>
            <a:custGeom>
              <a:avLst/>
              <a:gdLst/>
              <a:ahLst/>
              <a:cxnLst/>
              <a:rect r="r" b="b" t="t" l="l"/>
              <a:pathLst>
                <a:path h="2766372" w="4876791">
                  <a:moveTo>
                    <a:pt x="0" y="0"/>
                  </a:moveTo>
                  <a:lnTo>
                    <a:pt x="4876791" y="0"/>
                  </a:lnTo>
                  <a:lnTo>
                    <a:pt x="4876791" y="2766372"/>
                  </a:lnTo>
                  <a:lnTo>
                    <a:pt x="0" y="2766372"/>
                  </a:lnTo>
                  <a:close/>
                </a:path>
              </a:pathLst>
            </a:custGeom>
            <a:solidFill>
              <a:srgbClr val="FBFBFB">
                <a:alpha val="80784"/>
              </a:srgbClr>
            </a:solidFill>
          </p:spPr>
        </p:sp>
        <p:sp>
          <p:nvSpPr>
            <p:cNvPr name="TextBox 11" id="11"/>
            <p:cNvSpPr txBox="true"/>
            <p:nvPr/>
          </p:nvSpPr>
          <p:spPr>
            <a:xfrm>
              <a:off x="0" y="-57150"/>
              <a:ext cx="4876791" cy="2823522"/>
            </a:xfrm>
            <a:prstGeom prst="rect">
              <a:avLst/>
            </a:prstGeom>
          </p:spPr>
          <p:txBody>
            <a:bodyPr anchor="ctr" rtlCol="false" tIns="50800" lIns="50800" bIns="50800" rIns="50800"/>
            <a:lstStyle/>
            <a:p>
              <a:pPr algn="ctr">
                <a:lnSpc>
                  <a:spcPts val="2874"/>
                </a:lnSpc>
              </a:pPr>
            </a:p>
          </p:txBody>
        </p:sp>
      </p:grpSp>
      <p:grpSp>
        <p:nvGrpSpPr>
          <p:cNvPr name="Group 12" id="12"/>
          <p:cNvGrpSpPr/>
          <p:nvPr/>
        </p:nvGrpSpPr>
        <p:grpSpPr>
          <a:xfrm rot="0">
            <a:off x="15289777" y="1028700"/>
            <a:ext cx="1954703" cy="551695"/>
            <a:chOff x="0" y="0"/>
            <a:chExt cx="716874" cy="202330"/>
          </a:xfrm>
        </p:grpSpPr>
        <p:sp>
          <p:nvSpPr>
            <p:cNvPr name="Freeform 13" id="13"/>
            <p:cNvSpPr/>
            <p:nvPr/>
          </p:nvSpPr>
          <p:spPr>
            <a:xfrm flipH="false" flipV="false" rot="0">
              <a:off x="0" y="0"/>
              <a:ext cx="716874" cy="202330"/>
            </a:xfrm>
            <a:custGeom>
              <a:avLst/>
              <a:gdLst/>
              <a:ahLst/>
              <a:cxnLst/>
              <a:rect r="r" b="b" t="t" l="l"/>
              <a:pathLst>
                <a:path h="202330" w="716874">
                  <a:moveTo>
                    <a:pt x="716874" y="101165"/>
                  </a:moveTo>
                  <a:lnTo>
                    <a:pt x="716874" y="101165"/>
                  </a:lnTo>
                  <a:cubicBezTo>
                    <a:pt x="716874" y="157037"/>
                    <a:pt x="671581" y="202330"/>
                    <a:pt x="615709" y="202330"/>
                  </a:cubicBezTo>
                  <a:lnTo>
                    <a:pt x="101165" y="202330"/>
                  </a:lnTo>
                  <a:cubicBezTo>
                    <a:pt x="74335" y="202330"/>
                    <a:pt x="48603" y="191672"/>
                    <a:pt x="29631" y="172700"/>
                  </a:cubicBezTo>
                  <a:cubicBezTo>
                    <a:pt x="10658" y="153728"/>
                    <a:pt x="0" y="127996"/>
                    <a:pt x="0" y="101165"/>
                  </a:cubicBezTo>
                  <a:lnTo>
                    <a:pt x="0" y="101165"/>
                  </a:lnTo>
                  <a:cubicBezTo>
                    <a:pt x="0" y="74335"/>
                    <a:pt x="10658" y="48603"/>
                    <a:pt x="29631" y="29631"/>
                  </a:cubicBezTo>
                  <a:cubicBezTo>
                    <a:pt x="48603" y="10658"/>
                    <a:pt x="74335" y="0"/>
                    <a:pt x="101165" y="0"/>
                  </a:cubicBezTo>
                  <a:lnTo>
                    <a:pt x="615709" y="0"/>
                  </a:lnTo>
                  <a:cubicBezTo>
                    <a:pt x="642540" y="0"/>
                    <a:pt x="668272" y="10658"/>
                    <a:pt x="687244" y="29631"/>
                  </a:cubicBezTo>
                  <a:cubicBezTo>
                    <a:pt x="706216" y="48603"/>
                    <a:pt x="716874" y="74335"/>
                    <a:pt x="716874" y="101165"/>
                  </a:cubicBezTo>
                  <a:close/>
                </a:path>
              </a:pathLst>
            </a:custGeom>
            <a:ln w="28575" cap="rnd">
              <a:solidFill>
                <a:srgbClr val="3C7FC0"/>
              </a:solidFill>
              <a:prstDash val="solid"/>
              <a:round/>
            </a:ln>
          </p:spPr>
        </p:sp>
        <p:sp>
          <p:nvSpPr>
            <p:cNvPr name="TextBox 14" id="14"/>
            <p:cNvSpPr txBox="true"/>
            <p:nvPr/>
          </p:nvSpPr>
          <p:spPr>
            <a:xfrm>
              <a:off x="0" y="-66675"/>
              <a:ext cx="716874" cy="269005"/>
            </a:xfrm>
            <a:prstGeom prst="rect">
              <a:avLst/>
            </a:prstGeom>
          </p:spPr>
          <p:txBody>
            <a:bodyPr anchor="ctr" rtlCol="false" tIns="36482" lIns="36482" bIns="36482" rIns="36482"/>
            <a:lstStyle/>
            <a:p>
              <a:pPr algn="ctr">
                <a:lnSpc>
                  <a:spcPts val="3381"/>
                </a:lnSpc>
              </a:pPr>
            </a:p>
          </p:txBody>
        </p:sp>
      </p:grpSp>
      <p:grpSp>
        <p:nvGrpSpPr>
          <p:cNvPr name="Group 15" id="15"/>
          <p:cNvGrpSpPr/>
          <p:nvPr/>
        </p:nvGrpSpPr>
        <p:grpSpPr>
          <a:xfrm rot="0">
            <a:off x="511758" y="5606415"/>
            <a:ext cx="2503436" cy="250343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16023" t="-23837" r="-15597" b="-61871"/>
              </a:stretch>
            </a:blipFill>
          </p:spPr>
        </p:sp>
      </p:grpSp>
      <p:grpSp>
        <p:nvGrpSpPr>
          <p:cNvPr name="Group 17" id="17"/>
          <p:cNvGrpSpPr/>
          <p:nvPr/>
        </p:nvGrpSpPr>
        <p:grpSpPr>
          <a:xfrm rot="0">
            <a:off x="3329519" y="6088329"/>
            <a:ext cx="2379730" cy="237973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4"/>
              <a:stretch>
                <a:fillRect l="-7426" t="-42432" r="-4156" b="-25046"/>
              </a:stretch>
            </a:blipFill>
          </p:spPr>
        </p:sp>
      </p:grpSp>
      <p:grpSp>
        <p:nvGrpSpPr>
          <p:cNvPr name="Group 19" id="19"/>
          <p:cNvGrpSpPr/>
          <p:nvPr/>
        </p:nvGrpSpPr>
        <p:grpSpPr>
          <a:xfrm rot="0">
            <a:off x="6438943" y="6088329"/>
            <a:ext cx="2437214" cy="243721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5"/>
              <a:stretch>
                <a:fillRect l="0" t="-7818" r="0" b="-42275"/>
              </a:stretch>
            </a:blipFill>
          </p:spPr>
        </p:sp>
      </p:grpSp>
      <p:grpSp>
        <p:nvGrpSpPr>
          <p:cNvPr name="Group 21" id="21"/>
          <p:cNvGrpSpPr/>
          <p:nvPr/>
        </p:nvGrpSpPr>
        <p:grpSpPr>
          <a:xfrm rot="0">
            <a:off x="12330283" y="6026818"/>
            <a:ext cx="2380226" cy="238022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6"/>
              <a:stretch>
                <a:fillRect l="0" t="0" r="0" b="-33333"/>
              </a:stretch>
            </a:blipFill>
          </p:spPr>
        </p:sp>
      </p:grpSp>
      <p:grpSp>
        <p:nvGrpSpPr>
          <p:cNvPr name="Group 23" id="23"/>
          <p:cNvGrpSpPr/>
          <p:nvPr/>
        </p:nvGrpSpPr>
        <p:grpSpPr>
          <a:xfrm rot="0">
            <a:off x="15234384" y="5934986"/>
            <a:ext cx="2385106" cy="238510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7"/>
              <a:stretch>
                <a:fillRect l="0" t="-6546" r="0" b="-26786"/>
              </a:stretch>
            </a:blipFill>
          </p:spPr>
        </p:sp>
      </p:grpSp>
      <p:grpSp>
        <p:nvGrpSpPr>
          <p:cNvPr name="Group 25" id="25"/>
          <p:cNvGrpSpPr/>
          <p:nvPr/>
        </p:nvGrpSpPr>
        <p:grpSpPr>
          <a:xfrm rot="0">
            <a:off x="9502096" y="6315830"/>
            <a:ext cx="2305679" cy="2305679"/>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8"/>
              <a:stretch>
                <a:fillRect l="-14336" t="-46444" r="-13101" b="-23374"/>
              </a:stretch>
            </a:blipFill>
          </p:spPr>
        </p:sp>
      </p:grpSp>
      <p:grpSp>
        <p:nvGrpSpPr>
          <p:cNvPr name="Group 27" id="27"/>
          <p:cNvGrpSpPr/>
          <p:nvPr/>
        </p:nvGrpSpPr>
        <p:grpSpPr>
          <a:xfrm rot="0">
            <a:off x="8132791" y="2724418"/>
            <a:ext cx="2309917" cy="230991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9"/>
              <a:stretch>
                <a:fillRect l="-2409" t="-9168" r="-6611" b="-124"/>
              </a:stretch>
            </a:blipFill>
          </p:spPr>
        </p:sp>
      </p:grpSp>
      <p:grpSp>
        <p:nvGrpSpPr>
          <p:cNvPr name="Group 29" id="29"/>
          <p:cNvGrpSpPr/>
          <p:nvPr/>
        </p:nvGrpSpPr>
        <p:grpSpPr>
          <a:xfrm rot="0">
            <a:off x="872926" y="160868"/>
            <a:ext cx="3356442" cy="1011775"/>
            <a:chOff x="0" y="0"/>
            <a:chExt cx="4475256" cy="1349034"/>
          </a:xfrm>
        </p:grpSpPr>
        <p:grpSp>
          <p:nvGrpSpPr>
            <p:cNvPr name="Group 30" id="30"/>
            <p:cNvGrpSpPr/>
            <p:nvPr/>
          </p:nvGrpSpPr>
          <p:grpSpPr>
            <a:xfrm rot="0">
              <a:off x="3126222" y="0"/>
              <a:ext cx="1349034" cy="1349034"/>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0"/>
                <a:stretch>
                  <a:fillRect l="-46637" t="-2776" r="-45081" b="-1710"/>
                </a:stretch>
              </a:blipFill>
            </p:spPr>
          </p:sp>
        </p:grpSp>
        <p:sp>
          <p:nvSpPr>
            <p:cNvPr name="Freeform 32" id="32"/>
            <p:cNvSpPr/>
            <p:nvPr/>
          </p:nvSpPr>
          <p:spPr>
            <a:xfrm flipH="false" flipV="false" rot="0">
              <a:off x="1616778" y="0"/>
              <a:ext cx="1282188" cy="1307284"/>
            </a:xfrm>
            <a:custGeom>
              <a:avLst/>
              <a:gdLst/>
              <a:ahLst/>
              <a:cxnLst/>
              <a:rect r="r" b="b" t="t" l="l"/>
              <a:pathLst>
                <a:path h="1307284" w="1282188">
                  <a:moveTo>
                    <a:pt x="0" y="0"/>
                  </a:moveTo>
                  <a:lnTo>
                    <a:pt x="1282188" y="0"/>
                  </a:lnTo>
                  <a:lnTo>
                    <a:pt x="1282188" y="1307284"/>
                  </a:lnTo>
                  <a:lnTo>
                    <a:pt x="0" y="1307284"/>
                  </a:lnTo>
                  <a:lnTo>
                    <a:pt x="0" y="0"/>
                  </a:lnTo>
                  <a:close/>
                </a:path>
              </a:pathLst>
            </a:custGeom>
            <a:blipFill>
              <a:blip r:embed="rId21"/>
              <a:stretch>
                <a:fillRect l="0" t="0" r="0" b="0"/>
              </a:stretch>
            </a:blipFill>
          </p:spPr>
        </p:sp>
        <p:sp>
          <p:nvSpPr>
            <p:cNvPr name="Freeform 33" id="33"/>
            <p:cNvSpPr/>
            <p:nvPr/>
          </p:nvSpPr>
          <p:spPr>
            <a:xfrm flipH="false" flipV="false" rot="0">
              <a:off x="0" y="48012"/>
              <a:ext cx="1282808" cy="1301022"/>
            </a:xfrm>
            <a:custGeom>
              <a:avLst/>
              <a:gdLst/>
              <a:ahLst/>
              <a:cxnLst/>
              <a:rect r="r" b="b" t="t" l="l"/>
              <a:pathLst>
                <a:path h="1301022" w="1282808">
                  <a:moveTo>
                    <a:pt x="0" y="0"/>
                  </a:moveTo>
                  <a:lnTo>
                    <a:pt x="1282808" y="0"/>
                  </a:lnTo>
                  <a:lnTo>
                    <a:pt x="1282808" y="1301022"/>
                  </a:lnTo>
                  <a:lnTo>
                    <a:pt x="0" y="1301022"/>
                  </a:lnTo>
                  <a:lnTo>
                    <a:pt x="0" y="0"/>
                  </a:lnTo>
                  <a:close/>
                </a:path>
              </a:pathLst>
            </a:custGeom>
            <a:blipFill>
              <a:blip r:embed="rId22"/>
              <a:stretch>
                <a:fillRect l="0" t="0" r="0" b="0"/>
              </a:stretch>
            </a:blipFill>
          </p:spPr>
        </p:sp>
      </p:grpSp>
      <p:sp>
        <p:nvSpPr>
          <p:cNvPr name="TextBox 34" id="34"/>
          <p:cNvSpPr txBox="true"/>
          <p:nvPr/>
        </p:nvSpPr>
        <p:spPr>
          <a:xfrm rot="0">
            <a:off x="15634661" y="1079484"/>
            <a:ext cx="1264934" cy="392976"/>
          </a:xfrm>
          <a:prstGeom prst="rect">
            <a:avLst/>
          </a:prstGeom>
        </p:spPr>
        <p:txBody>
          <a:bodyPr anchor="t" rtlCol="false" tIns="0" lIns="0" bIns="0" rIns="0">
            <a:spAutoFit/>
          </a:bodyPr>
          <a:lstStyle/>
          <a:p>
            <a:pPr algn="ctr">
              <a:lnSpc>
                <a:spcPts val="3090"/>
              </a:lnSpc>
              <a:spcBef>
                <a:spcPct val="0"/>
              </a:spcBef>
            </a:pPr>
            <a:r>
              <a:rPr lang="en-US" sz="2207">
                <a:solidFill>
                  <a:srgbClr val="3C7FC0"/>
                </a:solidFill>
                <a:latin typeface="Poppins"/>
                <a:ea typeface="Poppins"/>
                <a:cs typeface="Poppins"/>
                <a:sym typeface="Poppins"/>
              </a:rPr>
              <a:t>B5</a:t>
            </a:r>
          </a:p>
        </p:txBody>
      </p:sp>
      <p:sp>
        <p:nvSpPr>
          <p:cNvPr name="TextBox 35" id="35"/>
          <p:cNvSpPr txBox="true"/>
          <p:nvPr/>
        </p:nvSpPr>
        <p:spPr>
          <a:xfrm rot="0">
            <a:off x="3255080" y="8564359"/>
            <a:ext cx="2844126" cy="1452796"/>
          </a:xfrm>
          <a:prstGeom prst="rect">
            <a:avLst/>
          </a:prstGeom>
        </p:spPr>
        <p:txBody>
          <a:bodyPr anchor="t" rtlCol="false" tIns="0" lIns="0" bIns="0" rIns="0">
            <a:spAutoFit/>
          </a:bodyPr>
          <a:lstStyle/>
          <a:p>
            <a:pPr algn="ctr">
              <a:lnSpc>
                <a:spcPts val="2874"/>
              </a:lnSpc>
            </a:pPr>
            <a:r>
              <a:rPr lang="en-US" sz="2053" b="true">
                <a:solidFill>
                  <a:srgbClr val="3C7FC0"/>
                </a:solidFill>
                <a:latin typeface="Poppins Bold"/>
                <a:ea typeface="Poppins Bold"/>
                <a:cs typeface="Poppins Bold"/>
                <a:sym typeface="Poppins Bold"/>
              </a:rPr>
              <a:t>Muhammad Rifqy Prasetiyo</a:t>
            </a:r>
          </a:p>
          <a:p>
            <a:pPr algn="ctr">
              <a:lnSpc>
                <a:spcPts val="2874"/>
              </a:lnSpc>
            </a:pPr>
            <a:r>
              <a:rPr lang="en-US" sz="2053" b="true">
                <a:solidFill>
                  <a:srgbClr val="3C7FC0"/>
                </a:solidFill>
                <a:latin typeface="Poppins Bold"/>
                <a:ea typeface="Poppins Bold"/>
                <a:cs typeface="Poppins Bold"/>
                <a:sym typeface="Poppins Bold"/>
              </a:rPr>
              <a:t>2124600050</a:t>
            </a:r>
          </a:p>
          <a:p>
            <a:pPr algn="ctr">
              <a:lnSpc>
                <a:spcPts val="2874"/>
              </a:lnSpc>
              <a:spcBef>
                <a:spcPct val="0"/>
              </a:spcBef>
            </a:pPr>
            <a:r>
              <a:rPr lang="en-US" b="true" sz="2053">
                <a:solidFill>
                  <a:srgbClr val="3C7FC0"/>
                </a:solidFill>
                <a:latin typeface="Poppins Bold"/>
                <a:ea typeface="Poppins Bold"/>
                <a:cs typeface="Poppins Bold"/>
                <a:sym typeface="Poppins Bold"/>
              </a:rPr>
              <a:t>UI/UX Designer</a:t>
            </a:r>
          </a:p>
        </p:txBody>
      </p:sp>
      <p:sp>
        <p:nvSpPr>
          <p:cNvPr name="TextBox 36" id="36"/>
          <p:cNvSpPr txBox="true"/>
          <p:nvPr/>
        </p:nvSpPr>
        <p:spPr>
          <a:xfrm rot="0">
            <a:off x="6099207" y="8591884"/>
            <a:ext cx="3116687" cy="1090846"/>
          </a:xfrm>
          <a:prstGeom prst="rect">
            <a:avLst/>
          </a:prstGeom>
        </p:spPr>
        <p:txBody>
          <a:bodyPr anchor="t" rtlCol="false" tIns="0" lIns="0" bIns="0" rIns="0">
            <a:spAutoFit/>
          </a:bodyPr>
          <a:lstStyle/>
          <a:p>
            <a:pPr algn="ctr">
              <a:lnSpc>
                <a:spcPts val="2874"/>
              </a:lnSpc>
            </a:pPr>
            <a:r>
              <a:rPr lang="en-US" sz="2053" b="true">
                <a:solidFill>
                  <a:srgbClr val="3C7FC0"/>
                </a:solidFill>
                <a:latin typeface="Poppins Bold"/>
                <a:ea typeface="Poppins Bold"/>
                <a:cs typeface="Poppins Bold"/>
                <a:sym typeface="Poppins Bold"/>
              </a:rPr>
              <a:t>Achmad Nico Al Gofir</a:t>
            </a:r>
          </a:p>
          <a:p>
            <a:pPr algn="ctr">
              <a:lnSpc>
                <a:spcPts val="2874"/>
              </a:lnSpc>
            </a:pPr>
            <a:r>
              <a:rPr lang="en-US" sz="2053" b="true">
                <a:solidFill>
                  <a:srgbClr val="3C7FC0"/>
                </a:solidFill>
                <a:latin typeface="Poppins Bold"/>
                <a:ea typeface="Poppins Bold"/>
                <a:cs typeface="Poppins Bold"/>
                <a:sym typeface="Poppins Bold"/>
              </a:rPr>
              <a:t>2124600052</a:t>
            </a:r>
          </a:p>
          <a:p>
            <a:pPr algn="ctr">
              <a:lnSpc>
                <a:spcPts val="2874"/>
              </a:lnSpc>
              <a:spcBef>
                <a:spcPct val="0"/>
              </a:spcBef>
            </a:pPr>
            <a:r>
              <a:rPr lang="en-US" b="true" sz="2053">
                <a:solidFill>
                  <a:srgbClr val="3C7FC0"/>
                </a:solidFill>
                <a:latin typeface="Poppins Bold"/>
                <a:ea typeface="Poppins Bold"/>
                <a:cs typeface="Poppins Bold"/>
                <a:sym typeface="Poppins Bold"/>
              </a:rPr>
              <a:t>3D Designer</a:t>
            </a:r>
          </a:p>
        </p:txBody>
      </p:sp>
      <p:sp>
        <p:nvSpPr>
          <p:cNvPr name="TextBox 37" id="37"/>
          <p:cNvSpPr txBox="true"/>
          <p:nvPr/>
        </p:nvSpPr>
        <p:spPr>
          <a:xfrm rot="0">
            <a:off x="9287750" y="8772859"/>
            <a:ext cx="2711315" cy="1090846"/>
          </a:xfrm>
          <a:prstGeom prst="rect">
            <a:avLst/>
          </a:prstGeom>
        </p:spPr>
        <p:txBody>
          <a:bodyPr anchor="t" rtlCol="false" tIns="0" lIns="0" bIns="0" rIns="0">
            <a:spAutoFit/>
          </a:bodyPr>
          <a:lstStyle/>
          <a:p>
            <a:pPr algn="ctr">
              <a:lnSpc>
                <a:spcPts val="2874"/>
              </a:lnSpc>
            </a:pPr>
            <a:r>
              <a:rPr lang="en-US" sz="2053" b="true">
                <a:solidFill>
                  <a:srgbClr val="3C7FC0"/>
                </a:solidFill>
                <a:latin typeface="Poppins Bold"/>
                <a:ea typeface="Poppins Bold"/>
                <a:cs typeface="Poppins Bold"/>
                <a:sym typeface="Poppins Bold"/>
              </a:rPr>
              <a:t>Ferdian Yuly Aditya</a:t>
            </a:r>
          </a:p>
          <a:p>
            <a:pPr algn="ctr">
              <a:lnSpc>
                <a:spcPts val="2874"/>
              </a:lnSpc>
            </a:pPr>
            <a:r>
              <a:rPr lang="en-US" sz="2053" b="true">
                <a:solidFill>
                  <a:srgbClr val="3C7FC0"/>
                </a:solidFill>
                <a:latin typeface="Poppins Bold"/>
                <a:ea typeface="Poppins Bold"/>
                <a:cs typeface="Poppins Bold"/>
                <a:sym typeface="Poppins Bold"/>
              </a:rPr>
              <a:t>2124600054</a:t>
            </a:r>
          </a:p>
          <a:p>
            <a:pPr algn="ctr">
              <a:lnSpc>
                <a:spcPts val="2874"/>
              </a:lnSpc>
              <a:spcBef>
                <a:spcPct val="0"/>
              </a:spcBef>
            </a:pPr>
            <a:r>
              <a:rPr lang="en-US" b="true" sz="2053">
                <a:solidFill>
                  <a:srgbClr val="3C7FC0"/>
                </a:solidFill>
                <a:latin typeface="Poppins Bold"/>
                <a:ea typeface="Poppins Bold"/>
                <a:cs typeface="Poppins Bold"/>
                <a:sym typeface="Poppins Bold"/>
              </a:rPr>
              <a:t>Project Manager</a:t>
            </a:r>
          </a:p>
        </p:txBody>
      </p:sp>
      <p:sp>
        <p:nvSpPr>
          <p:cNvPr name="TextBox 38" id="38"/>
          <p:cNvSpPr txBox="true"/>
          <p:nvPr/>
        </p:nvSpPr>
        <p:spPr>
          <a:xfrm rot="0">
            <a:off x="12225669" y="8410909"/>
            <a:ext cx="2589455" cy="1452796"/>
          </a:xfrm>
          <a:prstGeom prst="rect">
            <a:avLst/>
          </a:prstGeom>
        </p:spPr>
        <p:txBody>
          <a:bodyPr anchor="t" rtlCol="false" tIns="0" lIns="0" bIns="0" rIns="0">
            <a:spAutoFit/>
          </a:bodyPr>
          <a:lstStyle/>
          <a:p>
            <a:pPr algn="ctr">
              <a:lnSpc>
                <a:spcPts val="2874"/>
              </a:lnSpc>
            </a:pPr>
            <a:r>
              <a:rPr lang="en-US" sz="2053" b="true">
                <a:solidFill>
                  <a:srgbClr val="3C7FC0"/>
                </a:solidFill>
                <a:latin typeface="Poppins Bold"/>
                <a:ea typeface="Poppins Bold"/>
                <a:cs typeface="Poppins Bold"/>
                <a:sym typeface="Poppins Bold"/>
              </a:rPr>
              <a:t>Muhammad Zaky Awwaludin H</a:t>
            </a:r>
          </a:p>
          <a:p>
            <a:pPr algn="ctr">
              <a:lnSpc>
                <a:spcPts val="2874"/>
              </a:lnSpc>
            </a:pPr>
            <a:r>
              <a:rPr lang="en-US" sz="2053" b="true">
                <a:solidFill>
                  <a:srgbClr val="3C7FC0"/>
                </a:solidFill>
                <a:latin typeface="Poppins Bold"/>
                <a:ea typeface="Poppins Bold"/>
                <a:cs typeface="Poppins Bold"/>
                <a:sym typeface="Poppins Bold"/>
              </a:rPr>
              <a:t>2124600055</a:t>
            </a:r>
          </a:p>
          <a:p>
            <a:pPr algn="ctr">
              <a:lnSpc>
                <a:spcPts val="2874"/>
              </a:lnSpc>
              <a:spcBef>
                <a:spcPct val="0"/>
              </a:spcBef>
            </a:pPr>
            <a:r>
              <a:rPr lang="en-US" b="true" sz="2053">
                <a:solidFill>
                  <a:srgbClr val="3C7FC0"/>
                </a:solidFill>
                <a:latin typeface="Poppins Bold"/>
                <a:ea typeface="Poppins Bold"/>
                <a:cs typeface="Poppins Bold"/>
                <a:sym typeface="Poppins Bold"/>
              </a:rPr>
              <a:t>Progammer</a:t>
            </a:r>
          </a:p>
        </p:txBody>
      </p:sp>
      <p:sp>
        <p:nvSpPr>
          <p:cNvPr name="TextBox 39" id="39"/>
          <p:cNvSpPr txBox="true"/>
          <p:nvPr/>
        </p:nvSpPr>
        <p:spPr>
          <a:xfrm rot="0">
            <a:off x="15381469" y="8410909"/>
            <a:ext cx="2366980" cy="1452796"/>
          </a:xfrm>
          <a:prstGeom prst="rect">
            <a:avLst/>
          </a:prstGeom>
        </p:spPr>
        <p:txBody>
          <a:bodyPr anchor="t" rtlCol="false" tIns="0" lIns="0" bIns="0" rIns="0">
            <a:spAutoFit/>
          </a:bodyPr>
          <a:lstStyle/>
          <a:p>
            <a:pPr algn="ctr">
              <a:lnSpc>
                <a:spcPts val="2874"/>
              </a:lnSpc>
            </a:pPr>
            <a:r>
              <a:rPr lang="en-US" sz="2053" b="true">
                <a:solidFill>
                  <a:srgbClr val="3C7FC0"/>
                </a:solidFill>
                <a:latin typeface="Poppins Bold"/>
                <a:ea typeface="Poppins Bold"/>
                <a:cs typeface="Poppins Bold"/>
                <a:sym typeface="Poppins Bold"/>
              </a:rPr>
              <a:t>Delvia Pramesti Regita Cahyani</a:t>
            </a:r>
          </a:p>
          <a:p>
            <a:pPr algn="ctr">
              <a:lnSpc>
                <a:spcPts val="2874"/>
              </a:lnSpc>
            </a:pPr>
            <a:r>
              <a:rPr lang="en-US" sz="2053" b="true">
                <a:solidFill>
                  <a:srgbClr val="3C7FC0"/>
                </a:solidFill>
                <a:latin typeface="Poppins Bold"/>
                <a:ea typeface="Poppins Bold"/>
                <a:cs typeface="Poppins Bold"/>
                <a:sym typeface="Poppins Bold"/>
              </a:rPr>
              <a:t>2124600060</a:t>
            </a:r>
          </a:p>
          <a:p>
            <a:pPr algn="ctr">
              <a:lnSpc>
                <a:spcPts val="2874"/>
              </a:lnSpc>
              <a:spcBef>
                <a:spcPct val="0"/>
              </a:spcBef>
            </a:pPr>
            <a:r>
              <a:rPr lang="en-US" b="true" sz="2053">
                <a:solidFill>
                  <a:srgbClr val="3C7FC0"/>
                </a:solidFill>
                <a:latin typeface="Poppins Bold"/>
                <a:ea typeface="Poppins Bold"/>
                <a:cs typeface="Poppins Bold"/>
                <a:sym typeface="Poppins Bold"/>
              </a:rPr>
              <a:t>QA</a:t>
            </a:r>
          </a:p>
        </p:txBody>
      </p:sp>
      <p:sp>
        <p:nvSpPr>
          <p:cNvPr name="TextBox 40" id="40"/>
          <p:cNvSpPr txBox="true"/>
          <p:nvPr/>
        </p:nvSpPr>
        <p:spPr>
          <a:xfrm rot="0">
            <a:off x="340544" y="8167454"/>
            <a:ext cx="2988975" cy="1090846"/>
          </a:xfrm>
          <a:prstGeom prst="rect">
            <a:avLst/>
          </a:prstGeom>
        </p:spPr>
        <p:txBody>
          <a:bodyPr anchor="t" rtlCol="false" tIns="0" lIns="0" bIns="0" rIns="0">
            <a:spAutoFit/>
          </a:bodyPr>
          <a:lstStyle/>
          <a:p>
            <a:pPr algn="ctr">
              <a:lnSpc>
                <a:spcPts val="2874"/>
              </a:lnSpc>
            </a:pPr>
            <a:r>
              <a:rPr lang="en-US" sz="2053" b="true">
                <a:solidFill>
                  <a:srgbClr val="3C7FC0"/>
                </a:solidFill>
                <a:latin typeface="Poppins Bold"/>
                <a:ea typeface="Poppins Bold"/>
                <a:cs typeface="Poppins Bold"/>
                <a:sym typeface="Poppins Bold"/>
              </a:rPr>
              <a:t>Joseph Fredercik Tora </a:t>
            </a:r>
          </a:p>
          <a:p>
            <a:pPr algn="ctr">
              <a:lnSpc>
                <a:spcPts val="2874"/>
              </a:lnSpc>
            </a:pPr>
            <a:r>
              <a:rPr lang="en-US" sz="2053" b="true">
                <a:solidFill>
                  <a:srgbClr val="3C7FC0"/>
                </a:solidFill>
                <a:latin typeface="Poppins Bold"/>
                <a:ea typeface="Poppins Bold"/>
                <a:cs typeface="Poppins Bold"/>
                <a:sym typeface="Poppins Bold"/>
              </a:rPr>
              <a:t>2124600039</a:t>
            </a:r>
          </a:p>
          <a:p>
            <a:pPr algn="ctr">
              <a:lnSpc>
                <a:spcPts val="2874"/>
              </a:lnSpc>
              <a:spcBef>
                <a:spcPct val="0"/>
              </a:spcBef>
            </a:pPr>
            <a:r>
              <a:rPr lang="en-US" b="true" sz="2053">
                <a:solidFill>
                  <a:srgbClr val="3C7FC0"/>
                </a:solidFill>
                <a:latin typeface="Poppins Bold"/>
                <a:ea typeface="Poppins Bold"/>
                <a:cs typeface="Poppins Bold"/>
                <a:sym typeface="Poppins Bold"/>
              </a:rPr>
              <a:t>Hardware</a:t>
            </a:r>
          </a:p>
        </p:txBody>
      </p:sp>
      <p:sp>
        <p:nvSpPr>
          <p:cNvPr name="TextBox 41" id="41"/>
          <p:cNvSpPr txBox="true"/>
          <p:nvPr/>
        </p:nvSpPr>
        <p:spPr>
          <a:xfrm rot="0">
            <a:off x="7627119" y="5142780"/>
            <a:ext cx="3493310" cy="945550"/>
          </a:xfrm>
          <a:prstGeom prst="rect">
            <a:avLst/>
          </a:prstGeom>
        </p:spPr>
        <p:txBody>
          <a:bodyPr anchor="t" rtlCol="false" tIns="0" lIns="0" bIns="0" rIns="0">
            <a:spAutoFit/>
          </a:bodyPr>
          <a:lstStyle/>
          <a:p>
            <a:pPr algn="ctr">
              <a:lnSpc>
                <a:spcPts val="2497"/>
              </a:lnSpc>
            </a:pPr>
            <a:r>
              <a:rPr lang="en-US" sz="1783" b="true">
                <a:solidFill>
                  <a:srgbClr val="3C7FC0"/>
                </a:solidFill>
                <a:latin typeface="Poppins Bold"/>
                <a:ea typeface="Poppins Bold"/>
                <a:cs typeface="Poppins Bold"/>
                <a:sym typeface="Poppins Bold"/>
              </a:rPr>
              <a:t>Dosen Pengampu </a:t>
            </a:r>
          </a:p>
          <a:p>
            <a:pPr algn="ctr">
              <a:lnSpc>
                <a:spcPts val="2497"/>
              </a:lnSpc>
            </a:pPr>
            <a:r>
              <a:rPr lang="en-US" sz="1783" b="true">
                <a:solidFill>
                  <a:srgbClr val="3C7FC0"/>
                </a:solidFill>
                <a:latin typeface="Poppins Bold"/>
                <a:ea typeface="Poppins Bold"/>
                <a:cs typeface="Poppins Bold"/>
                <a:sym typeface="Poppins Bold"/>
              </a:rPr>
              <a:t>Akhmad Hendriawan, ST.,MT</a:t>
            </a:r>
          </a:p>
          <a:p>
            <a:pPr algn="ctr">
              <a:lnSpc>
                <a:spcPts val="2497"/>
              </a:lnSpc>
              <a:spcBef>
                <a:spcPct val="0"/>
              </a:spcBef>
            </a:pPr>
            <a:r>
              <a:rPr lang="en-US" b="true" sz="1783">
                <a:solidFill>
                  <a:srgbClr val="3C7FC0"/>
                </a:solidFill>
                <a:latin typeface="Poppins Bold"/>
                <a:ea typeface="Poppins Bold"/>
                <a:cs typeface="Poppins Bold"/>
                <a:sym typeface="Poppins Bold"/>
              </a:rPr>
              <a:t>197501272002121003</a:t>
            </a:r>
          </a:p>
        </p:txBody>
      </p:sp>
      <p:sp>
        <p:nvSpPr>
          <p:cNvPr name="TextBox 42" id="42"/>
          <p:cNvSpPr txBox="true"/>
          <p:nvPr/>
        </p:nvSpPr>
        <p:spPr>
          <a:xfrm rot="0">
            <a:off x="6367775" y="1999193"/>
            <a:ext cx="5704905" cy="515675"/>
          </a:xfrm>
          <a:prstGeom prst="rect">
            <a:avLst/>
          </a:prstGeom>
        </p:spPr>
        <p:txBody>
          <a:bodyPr anchor="t" rtlCol="false" tIns="0" lIns="0" bIns="0" rIns="0">
            <a:spAutoFit/>
          </a:bodyPr>
          <a:lstStyle/>
          <a:p>
            <a:pPr algn="ctr">
              <a:lnSpc>
                <a:spcPts val="4077"/>
              </a:lnSpc>
              <a:spcBef>
                <a:spcPct val="0"/>
              </a:spcBef>
            </a:pPr>
            <a:r>
              <a:rPr lang="en-US" b="true" sz="2912">
                <a:solidFill>
                  <a:srgbClr val="3C7FC0"/>
                </a:solidFill>
                <a:latin typeface="Poppins Bold"/>
                <a:ea typeface="Poppins Bold"/>
                <a:cs typeface="Poppins Bold"/>
                <a:sym typeface="Poppins Bold"/>
              </a:rPr>
              <a:t>Detect,  Alert,  Protect.</a:t>
            </a:r>
          </a:p>
        </p:txBody>
      </p:sp>
      <p:sp>
        <p:nvSpPr>
          <p:cNvPr name="TextBox 43" id="43"/>
          <p:cNvSpPr txBox="true"/>
          <p:nvPr/>
        </p:nvSpPr>
        <p:spPr>
          <a:xfrm rot="0">
            <a:off x="4784476" y="698836"/>
            <a:ext cx="8719049" cy="1411448"/>
          </a:xfrm>
          <a:prstGeom prst="rect">
            <a:avLst/>
          </a:prstGeom>
        </p:spPr>
        <p:txBody>
          <a:bodyPr anchor="t" rtlCol="false" tIns="0" lIns="0" bIns="0" rIns="0">
            <a:spAutoFit/>
          </a:bodyPr>
          <a:lstStyle/>
          <a:p>
            <a:pPr algn="ctr">
              <a:lnSpc>
                <a:spcPts val="10579"/>
              </a:lnSpc>
            </a:pPr>
            <a:r>
              <a:rPr lang="en-US" b="true" sz="10579" i="true">
                <a:solidFill>
                  <a:srgbClr val="4F7335"/>
                </a:solidFill>
                <a:latin typeface="Antonio Ultra-Bold Italics"/>
                <a:ea typeface="Antonio Ultra-Bold Italics"/>
                <a:cs typeface="Antonio Ultra-Bold Italics"/>
                <a:sym typeface="Antonio Ultra-Bold Italics"/>
              </a:rPr>
              <a:t>SMART CANE</a:t>
            </a:r>
          </a:p>
        </p:txBody>
      </p:sp>
      <p:sp>
        <p:nvSpPr>
          <p:cNvPr name="TextBox 44" id="44"/>
          <p:cNvSpPr txBox="true"/>
          <p:nvPr/>
        </p:nvSpPr>
        <p:spPr>
          <a:xfrm rot="0">
            <a:off x="8657677" y="1988265"/>
            <a:ext cx="972646" cy="493577"/>
          </a:xfrm>
          <a:prstGeom prst="rect">
            <a:avLst/>
          </a:prstGeom>
        </p:spPr>
        <p:txBody>
          <a:bodyPr anchor="t" rtlCol="false" tIns="0" lIns="0" bIns="0" rIns="0">
            <a:spAutoFit/>
          </a:bodyPr>
          <a:lstStyle/>
          <a:p>
            <a:pPr algn="ctr">
              <a:lnSpc>
                <a:spcPts val="3872"/>
              </a:lnSpc>
              <a:spcBef>
                <a:spcPct val="0"/>
              </a:spcBef>
            </a:pPr>
            <a:r>
              <a:rPr lang="en-US" b="true" sz="2766">
                <a:solidFill>
                  <a:srgbClr val="3C7FC0"/>
                </a:solidFill>
                <a:latin typeface="Poppins Bold"/>
                <a:ea typeface="Poppins Bold"/>
                <a:cs typeface="Poppins Bold"/>
                <a:sym typeface="Poppins Bold"/>
              </a:rPr>
              <a:t>Alert,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3168601" y="291688"/>
            <a:ext cx="23430577" cy="12975952"/>
            <a:chOff x="0" y="0"/>
            <a:chExt cx="31240770" cy="17301270"/>
          </a:xfrm>
        </p:grpSpPr>
        <p:sp>
          <p:nvSpPr>
            <p:cNvPr name="Freeform 3" id="3"/>
            <p:cNvSpPr/>
            <p:nvPr/>
          </p:nvSpPr>
          <p:spPr>
            <a:xfrm flipH="false" flipV="false" rot="0">
              <a:off x="4006016" y="4418530"/>
              <a:ext cx="24712080" cy="7351844"/>
            </a:xfrm>
            <a:custGeom>
              <a:avLst/>
              <a:gdLst/>
              <a:ahLst/>
              <a:cxnLst/>
              <a:rect r="r" b="b" t="t" l="l"/>
              <a:pathLst>
                <a:path h="7351844" w="24712080">
                  <a:moveTo>
                    <a:pt x="0" y="0"/>
                  </a:moveTo>
                  <a:lnTo>
                    <a:pt x="24712079" y="0"/>
                  </a:lnTo>
                  <a:lnTo>
                    <a:pt x="24712079" y="7351844"/>
                  </a:lnTo>
                  <a:lnTo>
                    <a:pt x="0" y="73518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0"/>
              <a:ext cx="10542498" cy="4677035"/>
            </a:xfrm>
            <a:custGeom>
              <a:avLst/>
              <a:gdLst/>
              <a:ahLst/>
              <a:cxnLst/>
              <a:rect r="r" b="b" t="t" l="l"/>
              <a:pathLst>
                <a:path h="4677035" w="10542498">
                  <a:moveTo>
                    <a:pt x="0" y="0"/>
                  </a:moveTo>
                  <a:lnTo>
                    <a:pt x="10542498" y="0"/>
                  </a:lnTo>
                  <a:lnTo>
                    <a:pt x="10542498" y="4677035"/>
                  </a:lnTo>
                  <a:lnTo>
                    <a:pt x="0" y="4677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4577191" y="3120607"/>
              <a:ext cx="6663578" cy="2956206"/>
            </a:xfrm>
            <a:custGeom>
              <a:avLst/>
              <a:gdLst/>
              <a:ahLst/>
              <a:cxnLst/>
              <a:rect r="r" b="b" t="t" l="l"/>
              <a:pathLst>
                <a:path h="2956206" w="6663578">
                  <a:moveTo>
                    <a:pt x="0" y="0"/>
                  </a:moveTo>
                  <a:lnTo>
                    <a:pt x="6663579" y="0"/>
                  </a:lnTo>
                  <a:lnTo>
                    <a:pt x="6663579" y="2956205"/>
                  </a:lnTo>
                  <a:lnTo>
                    <a:pt x="0" y="2956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872157" y="8953854"/>
              <a:ext cx="24979797" cy="8347415"/>
            </a:xfrm>
            <a:custGeom>
              <a:avLst/>
              <a:gdLst/>
              <a:ahLst/>
              <a:cxnLst/>
              <a:rect r="r" b="b" t="t" l="l"/>
              <a:pathLst>
                <a:path h="8347415" w="24979797">
                  <a:moveTo>
                    <a:pt x="0" y="0"/>
                  </a:moveTo>
                  <a:lnTo>
                    <a:pt x="24979797" y="0"/>
                  </a:lnTo>
                  <a:lnTo>
                    <a:pt x="24979797" y="8347416"/>
                  </a:lnTo>
                  <a:lnTo>
                    <a:pt x="0" y="8347416"/>
                  </a:lnTo>
                  <a:lnTo>
                    <a:pt x="0" y="0"/>
                  </a:lnTo>
                  <a:close/>
                </a:path>
              </a:pathLst>
            </a:custGeom>
            <a:blipFill>
              <a:blip r:embed="rId6"/>
              <a:stretch>
                <a:fillRect l="0" t="0" r="0" b="0"/>
              </a:stretch>
            </a:blipFill>
          </p:spPr>
        </p:sp>
        <p:sp>
          <p:nvSpPr>
            <p:cNvPr name="Freeform 7" id="7"/>
            <p:cNvSpPr/>
            <p:nvPr/>
          </p:nvSpPr>
          <p:spPr>
            <a:xfrm flipH="false" flipV="false" rot="0">
              <a:off x="9397406" y="4418530"/>
              <a:ext cx="3322142" cy="7550324"/>
            </a:xfrm>
            <a:custGeom>
              <a:avLst/>
              <a:gdLst/>
              <a:ahLst/>
              <a:cxnLst/>
              <a:rect r="r" b="b" t="t" l="l"/>
              <a:pathLst>
                <a:path h="7550324" w="3322142">
                  <a:moveTo>
                    <a:pt x="0" y="0"/>
                  </a:moveTo>
                  <a:lnTo>
                    <a:pt x="3322143" y="0"/>
                  </a:lnTo>
                  <a:lnTo>
                    <a:pt x="3322143" y="7550324"/>
                  </a:lnTo>
                  <a:lnTo>
                    <a:pt x="0" y="75503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4997931" y="7337068"/>
              <a:ext cx="3505374" cy="5400436"/>
            </a:xfrm>
            <a:custGeom>
              <a:avLst/>
              <a:gdLst/>
              <a:ahLst/>
              <a:cxnLst/>
              <a:rect r="r" b="b" t="t" l="l"/>
              <a:pathLst>
                <a:path h="5400436" w="3505374">
                  <a:moveTo>
                    <a:pt x="0" y="0"/>
                  </a:moveTo>
                  <a:lnTo>
                    <a:pt x="3505374" y="0"/>
                  </a:lnTo>
                  <a:lnTo>
                    <a:pt x="3505374" y="5400436"/>
                  </a:lnTo>
                  <a:lnTo>
                    <a:pt x="0" y="54004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23268397" y="5476479"/>
              <a:ext cx="5115299" cy="7177077"/>
            </a:xfrm>
            <a:custGeom>
              <a:avLst/>
              <a:gdLst/>
              <a:ahLst/>
              <a:cxnLst/>
              <a:rect r="r" b="b" t="t" l="l"/>
              <a:pathLst>
                <a:path h="7177077" w="5115299">
                  <a:moveTo>
                    <a:pt x="0" y="0"/>
                  </a:moveTo>
                  <a:lnTo>
                    <a:pt x="5115298" y="0"/>
                  </a:lnTo>
                  <a:lnTo>
                    <a:pt x="5115298" y="7177077"/>
                  </a:lnTo>
                  <a:lnTo>
                    <a:pt x="0" y="71770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0" id="10"/>
          <p:cNvGrpSpPr/>
          <p:nvPr/>
        </p:nvGrpSpPr>
        <p:grpSpPr>
          <a:xfrm rot="0">
            <a:off x="0" y="0"/>
            <a:ext cx="18288000" cy="10287000"/>
            <a:chOff x="0" y="0"/>
            <a:chExt cx="4816593" cy="2709333"/>
          </a:xfrm>
        </p:grpSpPr>
        <p:sp>
          <p:nvSpPr>
            <p:cNvPr name="Freeform 11" id="11"/>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alpha val="80000"/>
              </a:srgbClr>
            </a:solidFill>
          </p:spPr>
        </p:sp>
        <p:sp>
          <p:nvSpPr>
            <p:cNvPr name="TextBox 12" id="12"/>
            <p:cNvSpPr txBox="true"/>
            <p:nvPr/>
          </p:nvSpPr>
          <p:spPr>
            <a:xfrm>
              <a:off x="0" y="-57150"/>
              <a:ext cx="4816593" cy="2766483"/>
            </a:xfrm>
            <a:prstGeom prst="rect">
              <a:avLst/>
            </a:prstGeom>
          </p:spPr>
          <p:txBody>
            <a:bodyPr anchor="ctr" rtlCol="false" tIns="50800" lIns="50800" bIns="50800" rIns="50800"/>
            <a:lstStyle/>
            <a:p>
              <a:pPr algn="ctr">
                <a:lnSpc>
                  <a:spcPts val="2874"/>
                </a:lnSpc>
              </a:pPr>
            </a:p>
          </p:txBody>
        </p:sp>
      </p:grpSp>
      <p:sp>
        <p:nvSpPr>
          <p:cNvPr name="Freeform 13" id="13"/>
          <p:cNvSpPr/>
          <p:nvPr/>
        </p:nvSpPr>
        <p:spPr>
          <a:xfrm flipH="false" flipV="false" rot="0">
            <a:off x="1632231" y="1918918"/>
            <a:ext cx="15023539" cy="7692465"/>
          </a:xfrm>
          <a:custGeom>
            <a:avLst/>
            <a:gdLst/>
            <a:ahLst/>
            <a:cxnLst/>
            <a:rect r="r" b="b" t="t" l="l"/>
            <a:pathLst>
              <a:path h="7692465" w="15023539">
                <a:moveTo>
                  <a:pt x="0" y="0"/>
                </a:moveTo>
                <a:lnTo>
                  <a:pt x="15023538" y="0"/>
                </a:lnTo>
                <a:lnTo>
                  <a:pt x="15023538" y="7692464"/>
                </a:lnTo>
                <a:lnTo>
                  <a:pt x="0" y="7692464"/>
                </a:lnTo>
                <a:lnTo>
                  <a:pt x="0" y="0"/>
                </a:lnTo>
                <a:close/>
              </a:path>
            </a:pathLst>
          </a:custGeom>
          <a:blipFill>
            <a:blip r:embed="rId13"/>
            <a:stretch>
              <a:fillRect l="0" t="0" r="0" b="0"/>
            </a:stretch>
          </a:blipFill>
        </p:spPr>
      </p:sp>
      <p:grpSp>
        <p:nvGrpSpPr>
          <p:cNvPr name="Group 14" id="14"/>
          <p:cNvGrpSpPr/>
          <p:nvPr/>
        </p:nvGrpSpPr>
        <p:grpSpPr>
          <a:xfrm rot="0">
            <a:off x="872926" y="160868"/>
            <a:ext cx="3356442" cy="1011775"/>
            <a:chOff x="0" y="0"/>
            <a:chExt cx="4475256" cy="1349034"/>
          </a:xfrm>
        </p:grpSpPr>
        <p:grpSp>
          <p:nvGrpSpPr>
            <p:cNvPr name="Group 15" id="15"/>
            <p:cNvGrpSpPr/>
            <p:nvPr/>
          </p:nvGrpSpPr>
          <p:grpSpPr>
            <a:xfrm rot="0">
              <a:off x="3126222" y="0"/>
              <a:ext cx="1349034" cy="134903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4"/>
                <a:stretch>
                  <a:fillRect l="-46637" t="-2776" r="-45081" b="-1710"/>
                </a:stretch>
              </a:blipFill>
            </p:spPr>
          </p:sp>
        </p:grpSp>
        <p:sp>
          <p:nvSpPr>
            <p:cNvPr name="Freeform 17" id="17"/>
            <p:cNvSpPr/>
            <p:nvPr/>
          </p:nvSpPr>
          <p:spPr>
            <a:xfrm flipH="false" flipV="false" rot="0">
              <a:off x="1616778" y="0"/>
              <a:ext cx="1282188" cy="1307284"/>
            </a:xfrm>
            <a:custGeom>
              <a:avLst/>
              <a:gdLst/>
              <a:ahLst/>
              <a:cxnLst/>
              <a:rect r="r" b="b" t="t" l="l"/>
              <a:pathLst>
                <a:path h="1307284" w="1282188">
                  <a:moveTo>
                    <a:pt x="0" y="0"/>
                  </a:moveTo>
                  <a:lnTo>
                    <a:pt x="1282188" y="0"/>
                  </a:lnTo>
                  <a:lnTo>
                    <a:pt x="1282188" y="1307284"/>
                  </a:lnTo>
                  <a:lnTo>
                    <a:pt x="0" y="1307284"/>
                  </a:lnTo>
                  <a:lnTo>
                    <a:pt x="0" y="0"/>
                  </a:lnTo>
                  <a:close/>
                </a:path>
              </a:pathLst>
            </a:custGeom>
            <a:blipFill>
              <a:blip r:embed="rId15"/>
              <a:stretch>
                <a:fillRect l="0" t="0" r="0" b="0"/>
              </a:stretch>
            </a:blipFill>
          </p:spPr>
        </p:sp>
        <p:sp>
          <p:nvSpPr>
            <p:cNvPr name="Freeform 18" id="18"/>
            <p:cNvSpPr/>
            <p:nvPr/>
          </p:nvSpPr>
          <p:spPr>
            <a:xfrm flipH="false" flipV="false" rot="0">
              <a:off x="0" y="48012"/>
              <a:ext cx="1282808" cy="1301022"/>
            </a:xfrm>
            <a:custGeom>
              <a:avLst/>
              <a:gdLst/>
              <a:ahLst/>
              <a:cxnLst/>
              <a:rect r="r" b="b" t="t" l="l"/>
              <a:pathLst>
                <a:path h="1301022" w="1282808">
                  <a:moveTo>
                    <a:pt x="0" y="0"/>
                  </a:moveTo>
                  <a:lnTo>
                    <a:pt x="1282808" y="0"/>
                  </a:lnTo>
                  <a:lnTo>
                    <a:pt x="1282808" y="1301022"/>
                  </a:lnTo>
                  <a:lnTo>
                    <a:pt x="0" y="1301022"/>
                  </a:lnTo>
                  <a:lnTo>
                    <a:pt x="0" y="0"/>
                  </a:lnTo>
                  <a:close/>
                </a:path>
              </a:pathLst>
            </a:custGeom>
            <a:blipFill>
              <a:blip r:embed="rId16"/>
              <a:stretch>
                <a:fillRect l="0" t="0" r="0" b="0"/>
              </a:stretch>
            </a:blipFill>
          </p:spPr>
        </p:sp>
      </p:grpSp>
      <p:sp>
        <p:nvSpPr>
          <p:cNvPr name="TextBox 19" id="19"/>
          <p:cNvSpPr txBox="true"/>
          <p:nvPr/>
        </p:nvSpPr>
        <p:spPr>
          <a:xfrm rot="0">
            <a:off x="9553758" y="472663"/>
            <a:ext cx="7705542" cy="1293049"/>
          </a:xfrm>
          <a:prstGeom prst="rect">
            <a:avLst/>
          </a:prstGeom>
        </p:spPr>
        <p:txBody>
          <a:bodyPr anchor="t" rtlCol="false" tIns="0" lIns="0" bIns="0" rIns="0">
            <a:spAutoFit/>
          </a:bodyPr>
          <a:lstStyle/>
          <a:p>
            <a:pPr algn="l">
              <a:lnSpc>
                <a:spcPts val="8635"/>
              </a:lnSpc>
            </a:pPr>
            <a:r>
              <a:rPr lang="en-US" sz="9703" b="true">
                <a:solidFill>
                  <a:srgbClr val="3C7FC0"/>
                </a:solidFill>
                <a:latin typeface="Poppins Bold"/>
                <a:ea typeface="Poppins Bold"/>
                <a:cs typeface="Poppins Bold"/>
                <a:sym typeface="Poppins Bold"/>
              </a:rPr>
              <a:t>MIND-MAP</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3105063" y="377617"/>
            <a:ext cx="23430577" cy="12975952"/>
            <a:chOff x="0" y="0"/>
            <a:chExt cx="31240770" cy="17301270"/>
          </a:xfrm>
        </p:grpSpPr>
        <p:sp>
          <p:nvSpPr>
            <p:cNvPr name="Freeform 3" id="3"/>
            <p:cNvSpPr/>
            <p:nvPr/>
          </p:nvSpPr>
          <p:spPr>
            <a:xfrm flipH="false" flipV="false" rot="0">
              <a:off x="4006016" y="4418530"/>
              <a:ext cx="24712080" cy="7351844"/>
            </a:xfrm>
            <a:custGeom>
              <a:avLst/>
              <a:gdLst/>
              <a:ahLst/>
              <a:cxnLst/>
              <a:rect r="r" b="b" t="t" l="l"/>
              <a:pathLst>
                <a:path h="7351844" w="24712080">
                  <a:moveTo>
                    <a:pt x="0" y="0"/>
                  </a:moveTo>
                  <a:lnTo>
                    <a:pt x="24712079" y="0"/>
                  </a:lnTo>
                  <a:lnTo>
                    <a:pt x="24712079" y="7351844"/>
                  </a:lnTo>
                  <a:lnTo>
                    <a:pt x="0" y="73518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0"/>
              <a:ext cx="10542498" cy="4677035"/>
            </a:xfrm>
            <a:custGeom>
              <a:avLst/>
              <a:gdLst/>
              <a:ahLst/>
              <a:cxnLst/>
              <a:rect r="r" b="b" t="t" l="l"/>
              <a:pathLst>
                <a:path h="4677035" w="10542498">
                  <a:moveTo>
                    <a:pt x="0" y="0"/>
                  </a:moveTo>
                  <a:lnTo>
                    <a:pt x="10542498" y="0"/>
                  </a:lnTo>
                  <a:lnTo>
                    <a:pt x="10542498" y="4677035"/>
                  </a:lnTo>
                  <a:lnTo>
                    <a:pt x="0" y="4677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4577191" y="3120607"/>
              <a:ext cx="6663578" cy="2956206"/>
            </a:xfrm>
            <a:custGeom>
              <a:avLst/>
              <a:gdLst/>
              <a:ahLst/>
              <a:cxnLst/>
              <a:rect r="r" b="b" t="t" l="l"/>
              <a:pathLst>
                <a:path h="2956206" w="6663578">
                  <a:moveTo>
                    <a:pt x="0" y="0"/>
                  </a:moveTo>
                  <a:lnTo>
                    <a:pt x="6663579" y="0"/>
                  </a:lnTo>
                  <a:lnTo>
                    <a:pt x="6663579" y="2956205"/>
                  </a:lnTo>
                  <a:lnTo>
                    <a:pt x="0" y="2956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872157" y="8953854"/>
              <a:ext cx="24979797" cy="8347415"/>
            </a:xfrm>
            <a:custGeom>
              <a:avLst/>
              <a:gdLst/>
              <a:ahLst/>
              <a:cxnLst/>
              <a:rect r="r" b="b" t="t" l="l"/>
              <a:pathLst>
                <a:path h="8347415" w="24979797">
                  <a:moveTo>
                    <a:pt x="0" y="0"/>
                  </a:moveTo>
                  <a:lnTo>
                    <a:pt x="24979797" y="0"/>
                  </a:lnTo>
                  <a:lnTo>
                    <a:pt x="24979797" y="8347416"/>
                  </a:lnTo>
                  <a:lnTo>
                    <a:pt x="0" y="8347416"/>
                  </a:lnTo>
                  <a:lnTo>
                    <a:pt x="0" y="0"/>
                  </a:lnTo>
                  <a:close/>
                </a:path>
              </a:pathLst>
            </a:custGeom>
            <a:blipFill>
              <a:blip r:embed="rId6"/>
              <a:stretch>
                <a:fillRect l="0" t="0" r="0" b="0"/>
              </a:stretch>
            </a:blipFill>
          </p:spPr>
        </p:sp>
        <p:sp>
          <p:nvSpPr>
            <p:cNvPr name="Freeform 7" id="7"/>
            <p:cNvSpPr/>
            <p:nvPr/>
          </p:nvSpPr>
          <p:spPr>
            <a:xfrm flipH="false" flipV="false" rot="0">
              <a:off x="9397406" y="4418530"/>
              <a:ext cx="3322142" cy="7550324"/>
            </a:xfrm>
            <a:custGeom>
              <a:avLst/>
              <a:gdLst/>
              <a:ahLst/>
              <a:cxnLst/>
              <a:rect r="r" b="b" t="t" l="l"/>
              <a:pathLst>
                <a:path h="7550324" w="3322142">
                  <a:moveTo>
                    <a:pt x="0" y="0"/>
                  </a:moveTo>
                  <a:lnTo>
                    <a:pt x="3322143" y="0"/>
                  </a:lnTo>
                  <a:lnTo>
                    <a:pt x="3322143" y="7550324"/>
                  </a:lnTo>
                  <a:lnTo>
                    <a:pt x="0" y="75503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4997931" y="7337068"/>
              <a:ext cx="3505374" cy="5400436"/>
            </a:xfrm>
            <a:custGeom>
              <a:avLst/>
              <a:gdLst/>
              <a:ahLst/>
              <a:cxnLst/>
              <a:rect r="r" b="b" t="t" l="l"/>
              <a:pathLst>
                <a:path h="5400436" w="3505374">
                  <a:moveTo>
                    <a:pt x="0" y="0"/>
                  </a:moveTo>
                  <a:lnTo>
                    <a:pt x="3505374" y="0"/>
                  </a:lnTo>
                  <a:lnTo>
                    <a:pt x="3505374" y="5400436"/>
                  </a:lnTo>
                  <a:lnTo>
                    <a:pt x="0" y="54004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23268397" y="5476479"/>
              <a:ext cx="5115299" cy="7177077"/>
            </a:xfrm>
            <a:custGeom>
              <a:avLst/>
              <a:gdLst/>
              <a:ahLst/>
              <a:cxnLst/>
              <a:rect r="r" b="b" t="t" l="l"/>
              <a:pathLst>
                <a:path h="7177077" w="5115299">
                  <a:moveTo>
                    <a:pt x="0" y="0"/>
                  </a:moveTo>
                  <a:lnTo>
                    <a:pt x="5115298" y="0"/>
                  </a:lnTo>
                  <a:lnTo>
                    <a:pt x="5115298" y="7177077"/>
                  </a:lnTo>
                  <a:lnTo>
                    <a:pt x="0" y="71770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0" id="10"/>
          <p:cNvGrpSpPr/>
          <p:nvPr/>
        </p:nvGrpSpPr>
        <p:grpSpPr>
          <a:xfrm rot="0">
            <a:off x="0" y="0"/>
            <a:ext cx="18288000" cy="10287000"/>
            <a:chOff x="0" y="0"/>
            <a:chExt cx="4816593" cy="2709333"/>
          </a:xfrm>
        </p:grpSpPr>
        <p:sp>
          <p:nvSpPr>
            <p:cNvPr name="Freeform 11" id="11"/>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alpha val="80000"/>
              </a:srgbClr>
            </a:solidFill>
          </p:spPr>
        </p:sp>
        <p:sp>
          <p:nvSpPr>
            <p:cNvPr name="TextBox 12" id="12"/>
            <p:cNvSpPr txBox="true"/>
            <p:nvPr/>
          </p:nvSpPr>
          <p:spPr>
            <a:xfrm>
              <a:off x="0" y="-66675"/>
              <a:ext cx="4816593" cy="2776008"/>
            </a:xfrm>
            <a:prstGeom prst="rect">
              <a:avLst/>
            </a:prstGeom>
          </p:spPr>
          <p:txBody>
            <a:bodyPr anchor="ctr" rtlCol="false" tIns="50800" lIns="50800" bIns="50800" rIns="50800"/>
            <a:lstStyle/>
            <a:p>
              <a:pPr algn="ctr">
                <a:lnSpc>
                  <a:spcPts val="3381"/>
                </a:lnSpc>
              </a:pPr>
            </a:p>
          </p:txBody>
        </p:sp>
      </p:grpSp>
      <p:grpSp>
        <p:nvGrpSpPr>
          <p:cNvPr name="Group 13" id="13"/>
          <p:cNvGrpSpPr/>
          <p:nvPr/>
        </p:nvGrpSpPr>
        <p:grpSpPr>
          <a:xfrm rot="0">
            <a:off x="542001" y="1869120"/>
            <a:ext cx="5070298" cy="4538444"/>
            <a:chOff x="0" y="0"/>
            <a:chExt cx="1111583" cy="994982"/>
          </a:xfrm>
        </p:grpSpPr>
        <p:sp>
          <p:nvSpPr>
            <p:cNvPr name="Freeform 14" id="14"/>
            <p:cNvSpPr/>
            <p:nvPr/>
          </p:nvSpPr>
          <p:spPr>
            <a:xfrm flipH="false" flipV="false" rot="0">
              <a:off x="0" y="0"/>
              <a:ext cx="1111583" cy="994982"/>
            </a:xfrm>
            <a:custGeom>
              <a:avLst/>
              <a:gdLst/>
              <a:ahLst/>
              <a:cxnLst/>
              <a:rect r="r" b="b" t="t" l="l"/>
              <a:pathLst>
                <a:path h="994982" w="1111583">
                  <a:moveTo>
                    <a:pt x="0" y="0"/>
                  </a:moveTo>
                  <a:lnTo>
                    <a:pt x="1111583" y="0"/>
                  </a:lnTo>
                  <a:lnTo>
                    <a:pt x="1111583" y="994982"/>
                  </a:lnTo>
                  <a:lnTo>
                    <a:pt x="0" y="994982"/>
                  </a:lnTo>
                  <a:close/>
                </a:path>
              </a:pathLst>
            </a:custGeom>
            <a:blipFill>
              <a:blip r:embed="rId13"/>
              <a:stretch>
                <a:fillRect l="-570" t="0" r="-570" b="0"/>
              </a:stretch>
            </a:blipFill>
          </p:spPr>
        </p:sp>
      </p:grpSp>
      <p:sp>
        <p:nvSpPr>
          <p:cNvPr name="Freeform 15" id="15"/>
          <p:cNvSpPr/>
          <p:nvPr/>
        </p:nvSpPr>
        <p:spPr>
          <a:xfrm flipH="false" flipV="false" rot="0">
            <a:off x="5942948" y="1811142"/>
            <a:ext cx="5334557" cy="4654401"/>
          </a:xfrm>
          <a:custGeom>
            <a:avLst/>
            <a:gdLst/>
            <a:ahLst/>
            <a:cxnLst/>
            <a:rect r="r" b="b" t="t" l="l"/>
            <a:pathLst>
              <a:path h="4654401" w="5334557">
                <a:moveTo>
                  <a:pt x="0" y="0"/>
                </a:moveTo>
                <a:lnTo>
                  <a:pt x="5334556" y="0"/>
                </a:lnTo>
                <a:lnTo>
                  <a:pt x="5334556" y="4654401"/>
                </a:lnTo>
                <a:lnTo>
                  <a:pt x="0" y="4654401"/>
                </a:lnTo>
                <a:lnTo>
                  <a:pt x="0" y="0"/>
                </a:lnTo>
                <a:close/>
              </a:path>
            </a:pathLst>
          </a:custGeom>
          <a:blipFill>
            <a:blip r:embed="rId14"/>
            <a:stretch>
              <a:fillRect l="0" t="0" r="0" b="0"/>
            </a:stretch>
          </a:blipFill>
        </p:spPr>
      </p:sp>
      <p:sp>
        <p:nvSpPr>
          <p:cNvPr name="Freeform 16" id="16"/>
          <p:cNvSpPr/>
          <p:nvPr/>
        </p:nvSpPr>
        <p:spPr>
          <a:xfrm flipH="false" flipV="false" rot="0">
            <a:off x="11608153" y="4752197"/>
            <a:ext cx="6166991" cy="5095562"/>
          </a:xfrm>
          <a:custGeom>
            <a:avLst/>
            <a:gdLst/>
            <a:ahLst/>
            <a:cxnLst/>
            <a:rect r="r" b="b" t="t" l="l"/>
            <a:pathLst>
              <a:path h="5095562" w="6166991">
                <a:moveTo>
                  <a:pt x="0" y="0"/>
                </a:moveTo>
                <a:lnTo>
                  <a:pt x="6166992" y="0"/>
                </a:lnTo>
                <a:lnTo>
                  <a:pt x="6166992" y="5095562"/>
                </a:lnTo>
                <a:lnTo>
                  <a:pt x="0" y="5095562"/>
                </a:lnTo>
                <a:lnTo>
                  <a:pt x="0" y="0"/>
                </a:lnTo>
                <a:close/>
              </a:path>
            </a:pathLst>
          </a:custGeom>
          <a:blipFill>
            <a:blip r:embed="rId15"/>
            <a:stretch>
              <a:fillRect l="0" t="0" r="-7948" b="-597"/>
            </a:stretch>
          </a:blipFill>
        </p:spPr>
      </p:sp>
      <p:grpSp>
        <p:nvGrpSpPr>
          <p:cNvPr name="Group 17" id="17"/>
          <p:cNvGrpSpPr/>
          <p:nvPr/>
        </p:nvGrpSpPr>
        <p:grpSpPr>
          <a:xfrm rot="0">
            <a:off x="872926" y="160868"/>
            <a:ext cx="3356442" cy="1011775"/>
            <a:chOff x="0" y="0"/>
            <a:chExt cx="4475256" cy="1349034"/>
          </a:xfrm>
        </p:grpSpPr>
        <p:grpSp>
          <p:nvGrpSpPr>
            <p:cNvPr name="Group 18" id="18"/>
            <p:cNvGrpSpPr/>
            <p:nvPr/>
          </p:nvGrpSpPr>
          <p:grpSpPr>
            <a:xfrm rot="0">
              <a:off x="3126222" y="0"/>
              <a:ext cx="1349034" cy="134903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6"/>
                <a:stretch>
                  <a:fillRect l="-46637" t="-2776" r="-45081" b="-1710"/>
                </a:stretch>
              </a:blipFill>
            </p:spPr>
          </p:sp>
        </p:grpSp>
        <p:sp>
          <p:nvSpPr>
            <p:cNvPr name="Freeform 20" id="20"/>
            <p:cNvSpPr/>
            <p:nvPr/>
          </p:nvSpPr>
          <p:spPr>
            <a:xfrm flipH="false" flipV="false" rot="0">
              <a:off x="1616778" y="0"/>
              <a:ext cx="1282188" cy="1307284"/>
            </a:xfrm>
            <a:custGeom>
              <a:avLst/>
              <a:gdLst/>
              <a:ahLst/>
              <a:cxnLst/>
              <a:rect r="r" b="b" t="t" l="l"/>
              <a:pathLst>
                <a:path h="1307284" w="1282188">
                  <a:moveTo>
                    <a:pt x="0" y="0"/>
                  </a:moveTo>
                  <a:lnTo>
                    <a:pt x="1282188" y="0"/>
                  </a:lnTo>
                  <a:lnTo>
                    <a:pt x="1282188" y="1307284"/>
                  </a:lnTo>
                  <a:lnTo>
                    <a:pt x="0" y="1307284"/>
                  </a:lnTo>
                  <a:lnTo>
                    <a:pt x="0" y="0"/>
                  </a:lnTo>
                  <a:close/>
                </a:path>
              </a:pathLst>
            </a:custGeom>
            <a:blipFill>
              <a:blip r:embed="rId17"/>
              <a:stretch>
                <a:fillRect l="0" t="0" r="0" b="0"/>
              </a:stretch>
            </a:blipFill>
          </p:spPr>
        </p:sp>
        <p:sp>
          <p:nvSpPr>
            <p:cNvPr name="Freeform 21" id="21"/>
            <p:cNvSpPr/>
            <p:nvPr/>
          </p:nvSpPr>
          <p:spPr>
            <a:xfrm flipH="false" flipV="false" rot="0">
              <a:off x="0" y="48012"/>
              <a:ext cx="1282808" cy="1301022"/>
            </a:xfrm>
            <a:custGeom>
              <a:avLst/>
              <a:gdLst/>
              <a:ahLst/>
              <a:cxnLst/>
              <a:rect r="r" b="b" t="t" l="l"/>
              <a:pathLst>
                <a:path h="1301022" w="1282808">
                  <a:moveTo>
                    <a:pt x="0" y="0"/>
                  </a:moveTo>
                  <a:lnTo>
                    <a:pt x="1282808" y="0"/>
                  </a:lnTo>
                  <a:lnTo>
                    <a:pt x="1282808" y="1301022"/>
                  </a:lnTo>
                  <a:lnTo>
                    <a:pt x="0" y="1301022"/>
                  </a:lnTo>
                  <a:lnTo>
                    <a:pt x="0" y="0"/>
                  </a:lnTo>
                  <a:close/>
                </a:path>
              </a:pathLst>
            </a:custGeom>
            <a:blipFill>
              <a:blip r:embed="rId18"/>
              <a:stretch>
                <a:fillRect l="0" t="0" r="0" b="0"/>
              </a:stretch>
            </a:blipFill>
          </p:spPr>
        </p:sp>
      </p:grpSp>
      <p:sp>
        <p:nvSpPr>
          <p:cNvPr name="TextBox 22" id="22"/>
          <p:cNvSpPr txBox="true"/>
          <p:nvPr/>
        </p:nvSpPr>
        <p:spPr>
          <a:xfrm rot="0">
            <a:off x="542001" y="6598893"/>
            <a:ext cx="11066153" cy="3346113"/>
          </a:xfrm>
          <a:prstGeom prst="rect">
            <a:avLst/>
          </a:prstGeom>
        </p:spPr>
        <p:txBody>
          <a:bodyPr anchor="t" rtlCol="false" tIns="0" lIns="0" bIns="0" rIns="0">
            <a:spAutoFit/>
          </a:bodyPr>
          <a:lstStyle/>
          <a:p>
            <a:pPr algn="l">
              <a:lnSpc>
                <a:spcPts val="2993"/>
              </a:lnSpc>
              <a:spcBef>
                <a:spcPct val="0"/>
              </a:spcBef>
            </a:pPr>
            <a:r>
              <a:rPr lang="en-US" sz="2138" b="true">
                <a:solidFill>
                  <a:srgbClr val="3C7FC0"/>
                </a:solidFill>
                <a:latin typeface="Poppins Bold"/>
                <a:ea typeface="Poppins Bold"/>
                <a:cs typeface="Poppins Bold"/>
                <a:sym typeface="Poppins Bold"/>
              </a:rPr>
              <a:t>Kesimpulan penting dari ketiga permasalahan tersebut adalah bahwa trotoar di berbagai wilayah belum memberikan ruang yang aman bagi penyandang tunanetra akibat alih fungsi lahan oleh parkir liar dan pedagang, buruknya pemeliharaan infrastruktur, serta kesalahan desain pembangunan guiding block yang justru menjebak dan membahayakan keselamatan. Hal ini menunjukkan masih lemahnya penegakan hukum dan minimnya pelibatan komunitas difabel dalam perencanaan fasilitas publik, sehingga hak aksesibilitas yang inklusif dan ramah bagi teman-teman disabilitas belum terpenuhi dengan layak.</a:t>
            </a:r>
          </a:p>
        </p:txBody>
      </p:sp>
      <p:sp>
        <p:nvSpPr>
          <p:cNvPr name="TextBox 23" id="23"/>
          <p:cNvSpPr txBox="true"/>
          <p:nvPr/>
        </p:nvSpPr>
        <p:spPr>
          <a:xfrm rot="0">
            <a:off x="12440163" y="1133097"/>
            <a:ext cx="5373082" cy="2593653"/>
          </a:xfrm>
          <a:prstGeom prst="rect">
            <a:avLst/>
          </a:prstGeom>
        </p:spPr>
        <p:txBody>
          <a:bodyPr anchor="t" rtlCol="false" tIns="0" lIns="0" bIns="0" rIns="0">
            <a:spAutoFit/>
          </a:bodyPr>
          <a:lstStyle/>
          <a:p>
            <a:pPr algn="l">
              <a:lnSpc>
                <a:spcPts val="10191"/>
              </a:lnSpc>
              <a:spcBef>
                <a:spcPct val="0"/>
              </a:spcBef>
            </a:pPr>
            <a:r>
              <a:rPr lang="en-US" sz="7279" b="true">
                <a:solidFill>
                  <a:srgbClr val="3C7FC0"/>
                </a:solidFill>
                <a:latin typeface="Poppins Bold"/>
                <a:ea typeface="Poppins Bold"/>
                <a:cs typeface="Poppins Bold"/>
                <a:sym typeface="Poppins Bold"/>
              </a:rPr>
              <a:t>THE PROBLEM</a:t>
            </a:r>
          </a:p>
        </p:txBody>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94439" y="286028"/>
            <a:ext cx="23430577" cy="12975952"/>
            <a:chOff x="0" y="0"/>
            <a:chExt cx="31240770" cy="17301270"/>
          </a:xfrm>
        </p:grpSpPr>
        <p:sp>
          <p:nvSpPr>
            <p:cNvPr name="Freeform 3" id="3"/>
            <p:cNvSpPr/>
            <p:nvPr/>
          </p:nvSpPr>
          <p:spPr>
            <a:xfrm flipH="false" flipV="false" rot="0">
              <a:off x="4006016" y="4418530"/>
              <a:ext cx="24712080" cy="7351844"/>
            </a:xfrm>
            <a:custGeom>
              <a:avLst/>
              <a:gdLst/>
              <a:ahLst/>
              <a:cxnLst/>
              <a:rect r="r" b="b" t="t" l="l"/>
              <a:pathLst>
                <a:path h="7351844" w="24712080">
                  <a:moveTo>
                    <a:pt x="0" y="0"/>
                  </a:moveTo>
                  <a:lnTo>
                    <a:pt x="24712079" y="0"/>
                  </a:lnTo>
                  <a:lnTo>
                    <a:pt x="24712079" y="7351844"/>
                  </a:lnTo>
                  <a:lnTo>
                    <a:pt x="0" y="73518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0"/>
              <a:ext cx="10542498" cy="4677035"/>
            </a:xfrm>
            <a:custGeom>
              <a:avLst/>
              <a:gdLst/>
              <a:ahLst/>
              <a:cxnLst/>
              <a:rect r="r" b="b" t="t" l="l"/>
              <a:pathLst>
                <a:path h="4677035" w="10542498">
                  <a:moveTo>
                    <a:pt x="0" y="0"/>
                  </a:moveTo>
                  <a:lnTo>
                    <a:pt x="10542498" y="0"/>
                  </a:lnTo>
                  <a:lnTo>
                    <a:pt x="10542498" y="4677035"/>
                  </a:lnTo>
                  <a:lnTo>
                    <a:pt x="0" y="4677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4577191" y="3120607"/>
              <a:ext cx="6663578" cy="2956206"/>
            </a:xfrm>
            <a:custGeom>
              <a:avLst/>
              <a:gdLst/>
              <a:ahLst/>
              <a:cxnLst/>
              <a:rect r="r" b="b" t="t" l="l"/>
              <a:pathLst>
                <a:path h="2956206" w="6663578">
                  <a:moveTo>
                    <a:pt x="0" y="0"/>
                  </a:moveTo>
                  <a:lnTo>
                    <a:pt x="6663579" y="0"/>
                  </a:lnTo>
                  <a:lnTo>
                    <a:pt x="6663579" y="2956205"/>
                  </a:lnTo>
                  <a:lnTo>
                    <a:pt x="0" y="2956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872157" y="8953854"/>
              <a:ext cx="24979797" cy="8347415"/>
            </a:xfrm>
            <a:custGeom>
              <a:avLst/>
              <a:gdLst/>
              <a:ahLst/>
              <a:cxnLst/>
              <a:rect r="r" b="b" t="t" l="l"/>
              <a:pathLst>
                <a:path h="8347415" w="24979797">
                  <a:moveTo>
                    <a:pt x="0" y="0"/>
                  </a:moveTo>
                  <a:lnTo>
                    <a:pt x="24979797" y="0"/>
                  </a:lnTo>
                  <a:lnTo>
                    <a:pt x="24979797" y="8347416"/>
                  </a:lnTo>
                  <a:lnTo>
                    <a:pt x="0" y="8347416"/>
                  </a:lnTo>
                  <a:lnTo>
                    <a:pt x="0" y="0"/>
                  </a:lnTo>
                  <a:close/>
                </a:path>
              </a:pathLst>
            </a:custGeom>
            <a:blipFill>
              <a:blip r:embed="rId6"/>
              <a:stretch>
                <a:fillRect l="0" t="0" r="0" b="0"/>
              </a:stretch>
            </a:blipFill>
          </p:spPr>
        </p:sp>
        <p:sp>
          <p:nvSpPr>
            <p:cNvPr name="Freeform 7" id="7"/>
            <p:cNvSpPr/>
            <p:nvPr/>
          </p:nvSpPr>
          <p:spPr>
            <a:xfrm flipH="false" flipV="false" rot="0">
              <a:off x="9397406" y="4418530"/>
              <a:ext cx="3322142" cy="7550324"/>
            </a:xfrm>
            <a:custGeom>
              <a:avLst/>
              <a:gdLst/>
              <a:ahLst/>
              <a:cxnLst/>
              <a:rect r="r" b="b" t="t" l="l"/>
              <a:pathLst>
                <a:path h="7550324" w="3322142">
                  <a:moveTo>
                    <a:pt x="0" y="0"/>
                  </a:moveTo>
                  <a:lnTo>
                    <a:pt x="3322143" y="0"/>
                  </a:lnTo>
                  <a:lnTo>
                    <a:pt x="3322143" y="7550324"/>
                  </a:lnTo>
                  <a:lnTo>
                    <a:pt x="0" y="75503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4997931" y="7337068"/>
              <a:ext cx="3505374" cy="5400436"/>
            </a:xfrm>
            <a:custGeom>
              <a:avLst/>
              <a:gdLst/>
              <a:ahLst/>
              <a:cxnLst/>
              <a:rect r="r" b="b" t="t" l="l"/>
              <a:pathLst>
                <a:path h="5400436" w="3505374">
                  <a:moveTo>
                    <a:pt x="0" y="0"/>
                  </a:moveTo>
                  <a:lnTo>
                    <a:pt x="3505374" y="0"/>
                  </a:lnTo>
                  <a:lnTo>
                    <a:pt x="3505374" y="5400436"/>
                  </a:lnTo>
                  <a:lnTo>
                    <a:pt x="0" y="54004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23268397" y="5476479"/>
              <a:ext cx="5115299" cy="7177077"/>
            </a:xfrm>
            <a:custGeom>
              <a:avLst/>
              <a:gdLst/>
              <a:ahLst/>
              <a:cxnLst/>
              <a:rect r="r" b="b" t="t" l="l"/>
              <a:pathLst>
                <a:path h="7177077" w="5115299">
                  <a:moveTo>
                    <a:pt x="0" y="0"/>
                  </a:moveTo>
                  <a:lnTo>
                    <a:pt x="5115298" y="0"/>
                  </a:lnTo>
                  <a:lnTo>
                    <a:pt x="5115298" y="7177077"/>
                  </a:lnTo>
                  <a:lnTo>
                    <a:pt x="0" y="71770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0" id="10"/>
          <p:cNvGrpSpPr/>
          <p:nvPr/>
        </p:nvGrpSpPr>
        <p:grpSpPr>
          <a:xfrm rot="0">
            <a:off x="0" y="0"/>
            <a:ext cx="18288000" cy="10287000"/>
            <a:chOff x="0" y="0"/>
            <a:chExt cx="4816593" cy="2709333"/>
          </a:xfrm>
        </p:grpSpPr>
        <p:sp>
          <p:nvSpPr>
            <p:cNvPr name="Freeform 11" id="11"/>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alpha val="80000"/>
              </a:srgbClr>
            </a:solidFill>
          </p:spPr>
        </p:sp>
        <p:sp>
          <p:nvSpPr>
            <p:cNvPr name="TextBox 12" id="12"/>
            <p:cNvSpPr txBox="true"/>
            <p:nvPr/>
          </p:nvSpPr>
          <p:spPr>
            <a:xfrm>
              <a:off x="0" y="-66675"/>
              <a:ext cx="4816593" cy="2776008"/>
            </a:xfrm>
            <a:prstGeom prst="rect">
              <a:avLst/>
            </a:prstGeom>
          </p:spPr>
          <p:txBody>
            <a:bodyPr anchor="ctr" rtlCol="false" tIns="50800" lIns="50800" bIns="50800" rIns="50800"/>
            <a:lstStyle/>
            <a:p>
              <a:pPr algn="ctr">
                <a:lnSpc>
                  <a:spcPts val="3381"/>
                </a:lnSpc>
              </a:pPr>
            </a:p>
          </p:txBody>
        </p:sp>
      </p:grpSp>
      <p:sp>
        <p:nvSpPr>
          <p:cNvPr name="Freeform 13" id="13"/>
          <p:cNvSpPr/>
          <p:nvPr/>
        </p:nvSpPr>
        <p:spPr>
          <a:xfrm flipH="false" flipV="false" rot="0">
            <a:off x="182336" y="1693259"/>
            <a:ext cx="8961664" cy="6900481"/>
          </a:xfrm>
          <a:custGeom>
            <a:avLst/>
            <a:gdLst/>
            <a:ahLst/>
            <a:cxnLst/>
            <a:rect r="r" b="b" t="t" l="l"/>
            <a:pathLst>
              <a:path h="6900481" w="8961664">
                <a:moveTo>
                  <a:pt x="0" y="0"/>
                </a:moveTo>
                <a:lnTo>
                  <a:pt x="8961664" y="0"/>
                </a:lnTo>
                <a:lnTo>
                  <a:pt x="8961664" y="6900482"/>
                </a:lnTo>
                <a:lnTo>
                  <a:pt x="0" y="6900482"/>
                </a:lnTo>
                <a:lnTo>
                  <a:pt x="0" y="0"/>
                </a:lnTo>
                <a:close/>
              </a:path>
            </a:pathLst>
          </a:custGeom>
          <a:blipFill>
            <a:blip r:embed="rId13"/>
            <a:stretch>
              <a:fillRect l="0" t="0" r="0" b="0"/>
            </a:stretch>
          </a:blipFill>
        </p:spPr>
      </p:sp>
      <p:sp>
        <p:nvSpPr>
          <p:cNvPr name="Freeform 14" id="14"/>
          <p:cNvSpPr/>
          <p:nvPr/>
        </p:nvSpPr>
        <p:spPr>
          <a:xfrm flipH="false" flipV="false" rot="0">
            <a:off x="13641932" y="1742342"/>
            <a:ext cx="4510747" cy="2511234"/>
          </a:xfrm>
          <a:custGeom>
            <a:avLst/>
            <a:gdLst/>
            <a:ahLst/>
            <a:cxnLst/>
            <a:rect r="r" b="b" t="t" l="l"/>
            <a:pathLst>
              <a:path h="2511234" w="4510747">
                <a:moveTo>
                  <a:pt x="0" y="0"/>
                </a:moveTo>
                <a:lnTo>
                  <a:pt x="4510747" y="0"/>
                </a:lnTo>
                <a:lnTo>
                  <a:pt x="4510747" y="2511234"/>
                </a:lnTo>
                <a:lnTo>
                  <a:pt x="0" y="2511234"/>
                </a:lnTo>
                <a:lnTo>
                  <a:pt x="0" y="0"/>
                </a:lnTo>
                <a:close/>
              </a:path>
            </a:pathLst>
          </a:custGeom>
          <a:blipFill>
            <a:blip r:embed="rId14"/>
            <a:stretch>
              <a:fillRect l="0" t="0" r="-536" b="0"/>
            </a:stretch>
          </a:blipFill>
        </p:spPr>
      </p:sp>
      <p:sp>
        <p:nvSpPr>
          <p:cNvPr name="Freeform 15" id="15"/>
          <p:cNvSpPr/>
          <p:nvPr/>
        </p:nvSpPr>
        <p:spPr>
          <a:xfrm flipH="false" flipV="false" rot="0">
            <a:off x="9548556" y="1693259"/>
            <a:ext cx="4093375" cy="2609399"/>
          </a:xfrm>
          <a:custGeom>
            <a:avLst/>
            <a:gdLst/>
            <a:ahLst/>
            <a:cxnLst/>
            <a:rect r="r" b="b" t="t" l="l"/>
            <a:pathLst>
              <a:path h="2609399" w="4093375">
                <a:moveTo>
                  <a:pt x="0" y="0"/>
                </a:moveTo>
                <a:lnTo>
                  <a:pt x="4093376" y="0"/>
                </a:lnTo>
                <a:lnTo>
                  <a:pt x="4093376" y="2609399"/>
                </a:lnTo>
                <a:lnTo>
                  <a:pt x="0" y="2609399"/>
                </a:lnTo>
                <a:lnTo>
                  <a:pt x="0" y="0"/>
                </a:lnTo>
                <a:close/>
              </a:path>
            </a:pathLst>
          </a:custGeom>
          <a:blipFill>
            <a:blip r:embed="rId15"/>
            <a:stretch>
              <a:fillRect l="0" t="0" r="0" b="-593"/>
            </a:stretch>
          </a:blipFill>
        </p:spPr>
      </p:sp>
      <p:sp>
        <p:nvSpPr>
          <p:cNvPr name="Freeform 16" id="16"/>
          <p:cNvSpPr/>
          <p:nvPr/>
        </p:nvSpPr>
        <p:spPr>
          <a:xfrm flipH="false" flipV="false" rot="0">
            <a:off x="10024564" y="4506576"/>
            <a:ext cx="7234736" cy="5507375"/>
          </a:xfrm>
          <a:custGeom>
            <a:avLst/>
            <a:gdLst/>
            <a:ahLst/>
            <a:cxnLst/>
            <a:rect r="r" b="b" t="t" l="l"/>
            <a:pathLst>
              <a:path h="5507375" w="7234736">
                <a:moveTo>
                  <a:pt x="0" y="0"/>
                </a:moveTo>
                <a:lnTo>
                  <a:pt x="7234736" y="0"/>
                </a:lnTo>
                <a:lnTo>
                  <a:pt x="7234736" y="5507375"/>
                </a:lnTo>
                <a:lnTo>
                  <a:pt x="0" y="5507375"/>
                </a:lnTo>
                <a:lnTo>
                  <a:pt x="0" y="0"/>
                </a:lnTo>
                <a:close/>
              </a:path>
            </a:pathLst>
          </a:custGeom>
          <a:blipFill>
            <a:blip r:embed="rId16"/>
            <a:stretch>
              <a:fillRect l="0" t="0" r="-493" b="0"/>
            </a:stretch>
          </a:blipFill>
        </p:spPr>
      </p:sp>
      <p:grpSp>
        <p:nvGrpSpPr>
          <p:cNvPr name="Group 17" id="17"/>
          <p:cNvGrpSpPr/>
          <p:nvPr/>
        </p:nvGrpSpPr>
        <p:grpSpPr>
          <a:xfrm rot="0">
            <a:off x="872926" y="160868"/>
            <a:ext cx="3356442" cy="1011775"/>
            <a:chOff x="0" y="0"/>
            <a:chExt cx="4475256" cy="1349034"/>
          </a:xfrm>
        </p:grpSpPr>
        <p:grpSp>
          <p:nvGrpSpPr>
            <p:cNvPr name="Group 18" id="18"/>
            <p:cNvGrpSpPr/>
            <p:nvPr/>
          </p:nvGrpSpPr>
          <p:grpSpPr>
            <a:xfrm rot="0">
              <a:off x="3126222" y="0"/>
              <a:ext cx="1349034" cy="134903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7"/>
                <a:stretch>
                  <a:fillRect l="-46637" t="-2776" r="-45081" b="-1710"/>
                </a:stretch>
              </a:blipFill>
            </p:spPr>
          </p:sp>
        </p:grpSp>
        <p:sp>
          <p:nvSpPr>
            <p:cNvPr name="Freeform 20" id="20"/>
            <p:cNvSpPr/>
            <p:nvPr/>
          </p:nvSpPr>
          <p:spPr>
            <a:xfrm flipH="false" flipV="false" rot="0">
              <a:off x="1616778" y="0"/>
              <a:ext cx="1282188" cy="1307284"/>
            </a:xfrm>
            <a:custGeom>
              <a:avLst/>
              <a:gdLst/>
              <a:ahLst/>
              <a:cxnLst/>
              <a:rect r="r" b="b" t="t" l="l"/>
              <a:pathLst>
                <a:path h="1307284" w="1282188">
                  <a:moveTo>
                    <a:pt x="0" y="0"/>
                  </a:moveTo>
                  <a:lnTo>
                    <a:pt x="1282188" y="0"/>
                  </a:lnTo>
                  <a:lnTo>
                    <a:pt x="1282188" y="1307284"/>
                  </a:lnTo>
                  <a:lnTo>
                    <a:pt x="0" y="1307284"/>
                  </a:lnTo>
                  <a:lnTo>
                    <a:pt x="0" y="0"/>
                  </a:lnTo>
                  <a:close/>
                </a:path>
              </a:pathLst>
            </a:custGeom>
            <a:blipFill>
              <a:blip r:embed="rId18"/>
              <a:stretch>
                <a:fillRect l="0" t="0" r="0" b="0"/>
              </a:stretch>
            </a:blipFill>
          </p:spPr>
        </p:sp>
        <p:sp>
          <p:nvSpPr>
            <p:cNvPr name="Freeform 21" id="21"/>
            <p:cNvSpPr/>
            <p:nvPr/>
          </p:nvSpPr>
          <p:spPr>
            <a:xfrm flipH="false" flipV="false" rot="0">
              <a:off x="0" y="48012"/>
              <a:ext cx="1282808" cy="1301022"/>
            </a:xfrm>
            <a:custGeom>
              <a:avLst/>
              <a:gdLst/>
              <a:ahLst/>
              <a:cxnLst/>
              <a:rect r="r" b="b" t="t" l="l"/>
              <a:pathLst>
                <a:path h="1301022" w="1282808">
                  <a:moveTo>
                    <a:pt x="0" y="0"/>
                  </a:moveTo>
                  <a:lnTo>
                    <a:pt x="1282808" y="0"/>
                  </a:lnTo>
                  <a:lnTo>
                    <a:pt x="1282808" y="1301022"/>
                  </a:lnTo>
                  <a:lnTo>
                    <a:pt x="0" y="1301022"/>
                  </a:lnTo>
                  <a:lnTo>
                    <a:pt x="0" y="0"/>
                  </a:lnTo>
                  <a:close/>
                </a:path>
              </a:pathLst>
            </a:custGeom>
            <a:blipFill>
              <a:blip r:embed="rId19"/>
              <a:stretch>
                <a:fillRect l="0" t="0" r="0" b="0"/>
              </a:stretch>
            </a:blipFill>
          </p:spPr>
        </p:sp>
      </p:grpSp>
      <p:sp>
        <p:nvSpPr>
          <p:cNvPr name="TextBox 22" id="22"/>
          <p:cNvSpPr txBox="true"/>
          <p:nvPr/>
        </p:nvSpPr>
        <p:spPr>
          <a:xfrm rot="0">
            <a:off x="8861929" y="162203"/>
            <a:ext cx="9560006" cy="1531056"/>
          </a:xfrm>
          <a:prstGeom prst="rect">
            <a:avLst/>
          </a:prstGeom>
        </p:spPr>
        <p:txBody>
          <a:bodyPr anchor="t" rtlCol="false" tIns="0" lIns="0" bIns="0" rIns="0">
            <a:spAutoFit/>
          </a:bodyPr>
          <a:lstStyle/>
          <a:p>
            <a:pPr algn="ctr">
              <a:lnSpc>
                <a:spcPts val="5980"/>
              </a:lnSpc>
              <a:spcBef>
                <a:spcPct val="0"/>
              </a:spcBef>
            </a:pPr>
            <a:r>
              <a:rPr lang="en-US" b="true" sz="4272">
                <a:solidFill>
                  <a:srgbClr val="3C7FC0"/>
                </a:solidFill>
                <a:latin typeface="Poppins Bold"/>
                <a:ea typeface="Poppins Bold"/>
                <a:cs typeface="Poppins Bold"/>
                <a:sym typeface="Poppins Bold"/>
              </a:rPr>
              <a:t>ROOT CAUSE &amp; MATRIK KEPUTUSAN</a:t>
            </a:r>
          </a:p>
        </p:txBody>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3220277" y="335897"/>
            <a:ext cx="23430577" cy="12975952"/>
            <a:chOff x="0" y="0"/>
            <a:chExt cx="31240770" cy="17301270"/>
          </a:xfrm>
        </p:grpSpPr>
        <p:sp>
          <p:nvSpPr>
            <p:cNvPr name="Freeform 3" id="3"/>
            <p:cNvSpPr/>
            <p:nvPr/>
          </p:nvSpPr>
          <p:spPr>
            <a:xfrm flipH="false" flipV="false" rot="0">
              <a:off x="4006016" y="4418530"/>
              <a:ext cx="24712080" cy="7351844"/>
            </a:xfrm>
            <a:custGeom>
              <a:avLst/>
              <a:gdLst/>
              <a:ahLst/>
              <a:cxnLst/>
              <a:rect r="r" b="b" t="t" l="l"/>
              <a:pathLst>
                <a:path h="7351844" w="24712080">
                  <a:moveTo>
                    <a:pt x="0" y="0"/>
                  </a:moveTo>
                  <a:lnTo>
                    <a:pt x="24712079" y="0"/>
                  </a:lnTo>
                  <a:lnTo>
                    <a:pt x="24712079" y="7351844"/>
                  </a:lnTo>
                  <a:lnTo>
                    <a:pt x="0" y="73518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0"/>
              <a:ext cx="10542498" cy="4677035"/>
            </a:xfrm>
            <a:custGeom>
              <a:avLst/>
              <a:gdLst/>
              <a:ahLst/>
              <a:cxnLst/>
              <a:rect r="r" b="b" t="t" l="l"/>
              <a:pathLst>
                <a:path h="4677035" w="10542498">
                  <a:moveTo>
                    <a:pt x="0" y="0"/>
                  </a:moveTo>
                  <a:lnTo>
                    <a:pt x="10542498" y="0"/>
                  </a:lnTo>
                  <a:lnTo>
                    <a:pt x="10542498" y="4677035"/>
                  </a:lnTo>
                  <a:lnTo>
                    <a:pt x="0" y="4677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4577191" y="3120607"/>
              <a:ext cx="6663578" cy="2956206"/>
            </a:xfrm>
            <a:custGeom>
              <a:avLst/>
              <a:gdLst/>
              <a:ahLst/>
              <a:cxnLst/>
              <a:rect r="r" b="b" t="t" l="l"/>
              <a:pathLst>
                <a:path h="2956206" w="6663578">
                  <a:moveTo>
                    <a:pt x="0" y="0"/>
                  </a:moveTo>
                  <a:lnTo>
                    <a:pt x="6663579" y="0"/>
                  </a:lnTo>
                  <a:lnTo>
                    <a:pt x="6663579" y="2956205"/>
                  </a:lnTo>
                  <a:lnTo>
                    <a:pt x="0" y="2956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872157" y="8953854"/>
              <a:ext cx="24979797" cy="8347415"/>
            </a:xfrm>
            <a:custGeom>
              <a:avLst/>
              <a:gdLst/>
              <a:ahLst/>
              <a:cxnLst/>
              <a:rect r="r" b="b" t="t" l="l"/>
              <a:pathLst>
                <a:path h="8347415" w="24979797">
                  <a:moveTo>
                    <a:pt x="0" y="0"/>
                  </a:moveTo>
                  <a:lnTo>
                    <a:pt x="24979797" y="0"/>
                  </a:lnTo>
                  <a:lnTo>
                    <a:pt x="24979797" y="8347416"/>
                  </a:lnTo>
                  <a:lnTo>
                    <a:pt x="0" y="8347416"/>
                  </a:lnTo>
                  <a:lnTo>
                    <a:pt x="0" y="0"/>
                  </a:lnTo>
                  <a:close/>
                </a:path>
              </a:pathLst>
            </a:custGeom>
            <a:blipFill>
              <a:blip r:embed="rId6"/>
              <a:stretch>
                <a:fillRect l="0" t="0" r="0" b="0"/>
              </a:stretch>
            </a:blipFill>
          </p:spPr>
        </p:sp>
        <p:sp>
          <p:nvSpPr>
            <p:cNvPr name="Freeform 7" id="7"/>
            <p:cNvSpPr/>
            <p:nvPr/>
          </p:nvSpPr>
          <p:spPr>
            <a:xfrm flipH="false" flipV="false" rot="0">
              <a:off x="9397406" y="4418530"/>
              <a:ext cx="3322142" cy="7550324"/>
            </a:xfrm>
            <a:custGeom>
              <a:avLst/>
              <a:gdLst/>
              <a:ahLst/>
              <a:cxnLst/>
              <a:rect r="r" b="b" t="t" l="l"/>
              <a:pathLst>
                <a:path h="7550324" w="3322142">
                  <a:moveTo>
                    <a:pt x="0" y="0"/>
                  </a:moveTo>
                  <a:lnTo>
                    <a:pt x="3322143" y="0"/>
                  </a:lnTo>
                  <a:lnTo>
                    <a:pt x="3322143" y="7550324"/>
                  </a:lnTo>
                  <a:lnTo>
                    <a:pt x="0" y="75503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4997931" y="7337068"/>
              <a:ext cx="3505374" cy="5400436"/>
            </a:xfrm>
            <a:custGeom>
              <a:avLst/>
              <a:gdLst/>
              <a:ahLst/>
              <a:cxnLst/>
              <a:rect r="r" b="b" t="t" l="l"/>
              <a:pathLst>
                <a:path h="5400436" w="3505374">
                  <a:moveTo>
                    <a:pt x="0" y="0"/>
                  </a:moveTo>
                  <a:lnTo>
                    <a:pt x="3505374" y="0"/>
                  </a:lnTo>
                  <a:lnTo>
                    <a:pt x="3505374" y="5400436"/>
                  </a:lnTo>
                  <a:lnTo>
                    <a:pt x="0" y="54004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23268397" y="5476479"/>
              <a:ext cx="5115299" cy="7177077"/>
            </a:xfrm>
            <a:custGeom>
              <a:avLst/>
              <a:gdLst/>
              <a:ahLst/>
              <a:cxnLst/>
              <a:rect r="r" b="b" t="t" l="l"/>
              <a:pathLst>
                <a:path h="7177077" w="5115299">
                  <a:moveTo>
                    <a:pt x="0" y="0"/>
                  </a:moveTo>
                  <a:lnTo>
                    <a:pt x="5115298" y="0"/>
                  </a:lnTo>
                  <a:lnTo>
                    <a:pt x="5115298" y="7177077"/>
                  </a:lnTo>
                  <a:lnTo>
                    <a:pt x="0" y="71770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0" id="10"/>
          <p:cNvGrpSpPr/>
          <p:nvPr/>
        </p:nvGrpSpPr>
        <p:grpSpPr>
          <a:xfrm rot="0">
            <a:off x="0" y="0"/>
            <a:ext cx="18619397" cy="10510613"/>
            <a:chOff x="0" y="0"/>
            <a:chExt cx="4903874" cy="2768227"/>
          </a:xfrm>
        </p:grpSpPr>
        <p:sp>
          <p:nvSpPr>
            <p:cNvPr name="Freeform 11" id="11"/>
            <p:cNvSpPr/>
            <p:nvPr/>
          </p:nvSpPr>
          <p:spPr>
            <a:xfrm flipH="false" flipV="false" rot="0">
              <a:off x="0" y="0"/>
              <a:ext cx="4903874" cy="2768227"/>
            </a:xfrm>
            <a:custGeom>
              <a:avLst/>
              <a:gdLst/>
              <a:ahLst/>
              <a:cxnLst/>
              <a:rect r="r" b="b" t="t" l="l"/>
              <a:pathLst>
                <a:path h="2768227" w="4903874">
                  <a:moveTo>
                    <a:pt x="0" y="0"/>
                  </a:moveTo>
                  <a:lnTo>
                    <a:pt x="4903874" y="0"/>
                  </a:lnTo>
                  <a:lnTo>
                    <a:pt x="4903874" y="2768227"/>
                  </a:lnTo>
                  <a:lnTo>
                    <a:pt x="0" y="2768227"/>
                  </a:lnTo>
                  <a:close/>
                </a:path>
              </a:pathLst>
            </a:custGeom>
            <a:solidFill>
              <a:srgbClr val="FFFFFF">
                <a:alpha val="80784"/>
              </a:srgbClr>
            </a:solidFill>
          </p:spPr>
        </p:sp>
        <p:sp>
          <p:nvSpPr>
            <p:cNvPr name="TextBox 12" id="12"/>
            <p:cNvSpPr txBox="true"/>
            <p:nvPr/>
          </p:nvSpPr>
          <p:spPr>
            <a:xfrm>
              <a:off x="0" y="-66675"/>
              <a:ext cx="4903874" cy="2834902"/>
            </a:xfrm>
            <a:prstGeom prst="rect">
              <a:avLst/>
            </a:prstGeom>
          </p:spPr>
          <p:txBody>
            <a:bodyPr anchor="ctr" rtlCol="false" tIns="50800" lIns="50800" bIns="50800" rIns="50800"/>
            <a:lstStyle/>
            <a:p>
              <a:pPr algn="ctr">
                <a:lnSpc>
                  <a:spcPts val="3381"/>
                </a:lnSpc>
              </a:pPr>
            </a:p>
          </p:txBody>
        </p:sp>
      </p:grpSp>
      <p:grpSp>
        <p:nvGrpSpPr>
          <p:cNvPr name="Group 13" id="13"/>
          <p:cNvGrpSpPr/>
          <p:nvPr/>
        </p:nvGrpSpPr>
        <p:grpSpPr>
          <a:xfrm rot="0">
            <a:off x="551932" y="1883803"/>
            <a:ext cx="17184137" cy="7992401"/>
            <a:chOff x="0" y="0"/>
            <a:chExt cx="22912183" cy="10656534"/>
          </a:xfrm>
        </p:grpSpPr>
        <p:grpSp>
          <p:nvGrpSpPr>
            <p:cNvPr name="Group 14" id="14"/>
            <p:cNvGrpSpPr/>
            <p:nvPr/>
          </p:nvGrpSpPr>
          <p:grpSpPr>
            <a:xfrm rot="0">
              <a:off x="1906534" y="8637"/>
              <a:ext cx="3014074" cy="301407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3"/>
                <a:stretch>
                  <a:fillRect l="0" t="0" r="0" b="0"/>
                </a:stretch>
              </a:blipFill>
            </p:spPr>
          </p:sp>
        </p:grpSp>
        <p:grpSp>
          <p:nvGrpSpPr>
            <p:cNvPr name="Group 16" id="16"/>
            <p:cNvGrpSpPr/>
            <p:nvPr/>
          </p:nvGrpSpPr>
          <p:grpSpPr>
            <a:xfrm rot="0">
              <a:off x="7553753" y="3737974"/>
              <a:ext cx="6603417" cy="1538211"/>
              <a:chOff x="0" y="0"/>
              <a:chExt cx="1304379" cy="303844"/>
            </a:xfrm>
          </p:grpSpPr>
          <p:sp>
            <p:nvSpPr>
              <p:cNvPr name="Freeform 17" id="17"/>
              <p:cNvSpPr/>
              <p:nvPr/>
            </p:nvSpPr>
            <p:spPr>
              <a:xfrm flipH="false" flipV="false" rot="0">
                <a:off x="0" y="0"/>
                <a:ext cx="1304379" cy="303844"/>
              </a:xfrm>
              <a:custGeom>
                <a:avLst/>
                <a:gdLst/>
                <a:ahLst/>
                <a:cxnLst/>
                <a:rect r="r" b="b" t="t" l="l"/>
                <a:pathLst>
                  <a:path h="303844" w="1304379">
                    <a:moveTo>
                      <a:pt x="79724" y="0"/>
                    </a:moveTo>
                    <a:lnTo>
                      <a:pt x="1224655" y="0"/>
                    </a:lnTo>
                    <a:cubicBezTo>
                      <a:pt x="1268685" y="0"/>
                      <a:pt x="1304379" y="35694"/>
                      <a:pt x="1304379" y="79724"/>
                    </a:cubicBezTo>
                    <a:lnTo>
                      <a:pt x="1304379" y="224120"/>
                    </a:lnTo>
                    <a:cubicBezTo>
                      <a:pt x="1304379" y="245264"/>
                      <a:pt x="1295979" y="265542"/>
                      <a:pt x="1281028" y="280494"/>
                    </a:cubicBezTo>
                    <a:cubicBezTo>
                      <a:pt x="1266077" y="295445"/>
                      <a:pt x="1245799" y="303844"/>
                      <a:pt x="1224655" y="303844"/>
                    </a:cubicBezTo>
                    <a:lnTo>
                      <a:pt x="79724" y="303844"/>
                    </a:lnTo>
                    <a:cubicBezTo>
                      <a:pt x="58580" y="303844"/>
                      <a:pt x="38302" y="295445"/>
                      <a:pt x="23351" y="280494"/>
                    </a:cubicBezTo>
                    <a:cubicBezTo>
                      <a:pt x="8399" y="265542"/>
                      <a:pt x="0" y="245264"/>
                      <a:pt x="0" y="224120"/>
                    </a:cubicBezTo>
                    <a:lnTo>
                      <a:pt x="0" y="79724"/>
                    </a:lnTo>
                    <a:cubicBezTo>
                      <a:pt x="0" y="58580"/>
                      <a:pt x="8399" y="38302"/>
                      <a:pt x="23351" y="23351"/>
                    </a:cubicBezTo>
                    <a:cubicBezTo>
                      <a:pt x="38302" y="8399"/>
                      <a:pt x="58580" y="0"/>
                      <a:pt x="79724" y="0"/>
                    </a:cubicBezTo>
                    <a:close/>
                  </a:path>
                </a:pathLst>
              </a:custGeom>
              <a:solidFill>
                <a:srgbClr val="D4EAFF"/>
              </a:solidFill>
            </p:spPr>
          </p:sp>
          <p:sp>
            <p:nvSpPr>
              <p:cNvPr name="TextBox 18" id="18"/>
              <p:cNvSpPr txBox="true"/>
              <p:nvPr/>
            </p:nvSpPr>
            <p:spPr>
              <a:xfrm>
                <a:off x="0" y="-66675"/>
                <a:ext cx="1304379" cy="370519"/>
              </a:xfrm>
              <a:prstGeom prst="rect">
                <a:avLst/>
              </a:prstGeom>
            </p:spPr>
            <p:txBody>
              <a:bodyPr anchor="ctr" rtlCol="false" tIns="50800" lIns="50800" bIns="50800" rIns="50800"/>
              <a:lstStyle/>
              <a:p>
                <a:pPr algn="ctr">
                  <a:lnSpc>
                    <a:spcPts val="3381"/>
                  </a:lnSpc>
                </a:pPr>
              </a:p>
            </p:txBody>
          </p:sp>
        </p:grpSp>
        <p:sp>
          <p:nvSpPr>
            <p:cNvPr name="TextBox 19" id="19"/>
            <p:cNvSpPr txBox="true"/>
            <p:nvPr/>
          </p:nvSpPr>
          <p:spPr>
            <a:xfrm rot="0">
              <a:off x="7553753" y="3992854"/>
              <a:ext cx="6733435" cy="1095125"/>
            </a:xfrm>
            <a:prstGeom prst="rect">
              <a:avLst/>
            </a:prstGeom>
          </p:spPr>
          <p:txBody>
            <a:bodyPr anchor="t" rtlCol="false" tIns="0" lIns="0" bIns="0" rIns="0">
              <a:spAutoFit/>
            </a:bodyPr>
            <a:lstStyle/>
            <a:p>
              <a:pPr algn="ctr">
                <a:lnSpc>
                  <a:spcPts val="2966"/>
                </a:lnSpc>
              </a:pPr>
              <a:r>
                <a:rPr lang="en-US" sz="3296" b="true">
                  <a:solidFill>
                    <a:srgbClr val="3C7FC0"/>
                  </a:solidFill>
                  <a:latin typeface="Poppins Bold"/>
                  <a:ea typeface="Poppins Bold"/>
                  <a:cs typeface="Poppins Bold"/>
                  <a:sym typeface="Poppins Bold"/>
                </a:rPr>
                <a:t>SDG 10 - Reduced Inequalities</a:t>
              </a:r>
            </a:p>
          </p:txBody>
        </p:sp>
        <p:grpSp>
          <p:nvGrpSpPr>
            <p:cNvPr name="Group 20" id="20"/>
            <p:cNvGrpSpPr/>
            <p:nvPr/>
          </p:nvGrpSpPr>
          <p:grpSpPr>
            <a:xfrm rot="0">
              <a:off x="171839" y="3429111"/>
              <a:ext cx="6483463" cy="2155937"/>
              <a:chOff x="0" y="0"/>
              <a:chExt cx="1280684" cy="425864"/>
            </a:xfrm>
          </p:grpSpPr>
          <p:sp>
            <p:nvSpPr>
              <p:cNvPr name="Freeform 21" id="21"/>
              <p:cNvSpPr/>
              <p:nvPr/>
            </p:nvSpPr>
            <p:spPr>
              <a:xfrm flipH="false" flipV="false" rot="0">
                <a:off x="0" y="0"/>
                <a:ext cx="1280684" cy="425864"/>
              </a:xfrm>
              <a:custGeom>
                <a:avLst/>
                <a:gdLst/>
                <a:ahLst/>
                <a:cxnLst/>
                <a:rect r="r" b="b" t="t" l="l"/>
                <a:pathLst>
                  <a:path h="425864" w="1280684">
                    <a:moveTo>
                      <a:pt x="81199" y="0"/>
                    </a:moveTo>
                    <a:lnTo>
                      <a:pt x="1199485" y="0"/>
                    </a:lnTo>
                    <a:cubicBezTo>
                      <a:pt x="1221020" y="0"/>
                      <a:pt x="1241674" y="8555"/>
                      <a:pt x="1256901" y="23783"/>
                    </a:cubicBezTo>
                    <a:cubicBezTo>
                      <a:pt x="1272129" y="39010"/>
                      <a:pt x="1280684" y="59664"/>
                      <a:pt x="1280684" y="81199"/>
                    </a:cubicBezTo>
                    <a:lnTo>
                      <a:pt x="1280684" y="344665"/>
                    </a:lnTo>
                    <a:cubicBezTo>
                      <a:pt x="1280684" y="366200"/>
                      <a:pt x="1272129" y="386854"/>
                      <a:pt x="1256901" y="402081"/>
                    </a:cubicBezTo>
                    <a:cubicBezTo>
                      <a:pt x="1241674" y="417309"/>
                      <a:pt x="1221020" y="425864"/>
                      <a:pt x="1199485" y="425864"/>
                    </a:cubicBezTo>
                    <a:lnTo>
                      <a:pt x="81199" y="425864"/>
                    </a:lnTo>
                    <a:cubicBezTo>
                      <a:pt x="59664" y="425864"/>
                      <a:pt x="39010" y="417309"/>
                      <a:pt x="23783" y="402081"/>
                    </a:cubicBezTo>
                    <a:cubicBezTo>
                      <a:pt x="8555" y="386854"/>
                      <a:pt x="0" y="366200"/>
                      <a:pt x="0" y="344665"/>
                    </a:cubicBezTo>
                    <a:lnTo>
                      <a:pt x="0" y="81199"/>
                    </a:lnTo>
                    <a:cubicBezTo>
                      <a:pt x="0" y="59664"/>
                      <a:pt x="8555" y="39010"/>
                      <a:pt x="23783" y="23783"/>
                    </a:cubicBezTo>
                    <a:cubicBezTo>
                      <a:pt x="39010" y="8555"/>
                      <a:pt x="59664" y="0"/>
                      <a:pt x="81199" y="0"/>
                    </a:cubicBezTo>
                    <a:close/>
                  </a:path>
                </a:pathLst>
              </a:custGeom>
              <a:solidFill>
                <a:srgbClr val="D4EAFF"/>
              </a:solidFill>
            </p:spPr>
          </p:sp>
          <p:sp>
            <p:nvSpPr>
              <p:cNvPr name="TextBox 22" id="22"/>
              <p:cNvSpPr txBox="true"/>
              <p:nvPr/>
            </p:nvSpPr>
            <p:spPr>
              <a:xfrm>
                <a:off x="0" y="-66675"/>
                <a:ext cx="1280684" cy="492539"/>
              </a:xfrm>
              <a:prstGeom prst="rect">
                <a:avLst/>
              </a:prstGeom>
            </p:spPr>
            <p:txBody>
              <a:bodyPr anchor="ctr" rtlCol="false" tIns="50800" lIns="50800" bIns="50800" rIns="50800"/>
              <a:lstStyle/>
              <a:p>
                <a:pPr algn="ctr">
                  <a:lnSpc>
                    <a:spcPts val="3381"/>
                  </a:lnSpc>
                </a:pPr>
              </a:p>
            </p:txBody>
          </p:sp>
        </p:grpSp>
        <p:sp>
          <p:nvSpPr>
            <p:cNvPr name="TextBox 23" id="23"/>
            <p:cNvSpPr txBox="true"/>
            <p:nvPr/>
          </p:nvSpPr>
          <p:spPr>
            <a:xfrm rot="0">
              <a:off x="0" y="3746984"/>
              <a:ext cx="6827141" cy="1586865"/>
            </a:xfrm>
            <a:prstGeom prst="rect">
              <a:avLst/>
            </a:prstGeom>
          </p:spPr>
          <p:txBody>
            <a:bodyPr anchor="t" rtlCol="false" tIns="0" lIns="0" bIns="0" rIns="0">
              <a:spAutoFit/>
            </a:bodyPr>
            <a:lstStyle/>
            <a:p>
              <a:pPr algn="ctr">
                <a:lnSpc>
                  <a:spcPts val="2970"/>
                </a:lnSpc>
              </a:pPr>
              <a:r>
                <a:rPr lang="en-US" sz="3300" b="true">
                  <a:solidFill>
                    <a:srgbClr val="3C7FC0"/>
                  </a:solidFill>
                  <a:latin typeface="Poppins Bold"/>
                  <a:ea typeface="Poppins Bold"/>
                  <a:cs typeface="Poppins Bold"/>
                  <a:sym typeface="Poppins Bold"/>
                </a:rPr>
                <a:t>SDG 9 - Industry, Innovation, and Infrastructure</a:t>
              </a:r>
            </a:p>
          </p:txBody>
        </p:sp>
        <p:grpSp>
          <p:nvGrpSpPr>
            <p:cNvPr name="Group 24" id="24"/>
            <p:cNvGrpSpPr/>
            <p:nvPr/>
          </p:nvGrpSpPr>
          <p:grpSpPr>
            <a:xfrm rot="0">
              <a:off x="15011088" y="3691984"/>
              <a:ext cx="7901094" cy="1584201"/>
              <a:chOff x="0" y="0"/>
              <a:chExt cx="1560710" cy="312929"/>
            </a:xfrm>
          </p:grpSpPr>
          <p:sp>
            <p:nvSpPr>
              <p:cNvPr name="Freeform 25" id="25"/>
              <p:cNvSpPr/>
              <p:nvPr/>
            </p:nvSpPr>
            <p:spPr>
              <a:xfrm flipH="false" flipV="false" rot="0">
                <a:off x="0" y="0"/>
                <a:ext cx="1560710" cy="312929"/>
              </a:xfrm>
              <a:custGeom>
                <a:avLst/>
                <a:gdLst/>
                <a:ahLst/>
                <a:cxnLst/>
                <a:rect r="r" b="b" t="t" l="l"/>
                <a:pathLst>
                  <a:path h="312929" w="1560710">
                    <a:moveTo>
                      <a:pt x="66630" y="0"/>
                    </a:moveTo>
                    <a:lnTo>
                      <a:pt x="1494080" y="0"/>
                    </a:lnTo>
                    <a:cubicBezTo>
                      <a:pt x="1511751" y="0"/>
                      <a:pt x="1528699" y="7020"/>
                      <a:pt x="1541194" y="19515"/>
                    </a:cubicBezTo>
                    <a:cubicBezTo>
                      <a:pt x="1553690" y="32011"/>
                      <a:pt x="1560710" y="48959"/>
                      <a:pt x="1560710" y="66630"/>
                    </a:cubicBezTo>
                    <a:lnTo>
                      <a:pt x="1560710" y="246298"/>
                    </a:lnTo>
                    <a:cubicBezTo>
                      <a:pt x="1560710" y="283097"/>
                      <a:pt x="1530879" y="312929"/>
                      <a:pt x="1494080" y="312929"/>
                    </a:cubicBezTo>
                    <a:lnTo>
                      <a:pt x="66630" y="312929"/>
                    </a:lnTo>
                    <a:cubicBezTo>
                      <a:pt x="48959" y="312929"/>
                      <a:pt x="32011" y="305909"/>
                      <a:pt x="19515" y="293413"/>
                    </a:cubicBezTo>
                    <a:cubicBezTo>
                      <a:pt x="7020" y="280917"/>
                      <a:pt x="0" y="263970"/>
                      <a:pt x="0" y="246298"/>
                    </a:cubicBezTo>
                    <a:lnTo>
                      <a:pt x="0" y="66630"/>
                    </a:lnTo>
                    <a:cubicBezTo>
                      <a:pt x="0" y="29831"/>
                      <a:pt x="29831" y="0"/>
                      <a:pt x="66630" y="0"/>
                    </a:cubicBezTo>
                    <a:close/>
                  </a:path>
                </a:pathLst>
              </a:custGeom>
              <a:solidFill>
                <a:srgbClr val="D4EAFF"/>
              </a:solidFill>
            </p:spPr>
          </p:sp>
          <p:sp>
            <p:nvSpPr>
              <p:cNvPr name="TextBox 26" id="26"/>
              <p:cNvSpPr txBox="true"/>
              <p:nvPr/>
            </p:nvSpPr>
            <p:spPr>
              <a:xfrm>
                <a:off x="0" y="-66675"/>
                <a:ext cx="1560710" cy="379604"/>
              </a:xfrm>
              <a:prstGeom prst="rect">
                <a:avLst/>
              </a:prstGeom>
            </p:spPr>
            <p:txBody>
              <a:bodyPr anchor="ctr" rtlCol="false" tIns="50800" lIns="50800" bIns="50800" rIns="50800"/>
              <a:lstStyle/>
              <a:p>
                <a:pPr algn="ctr">
                  <a:lnSpc>
                    <a:spcPts val="3381"/>
                  </a:lnSpc>
                </a:pPr>
              </a:p>
            </p:txBody>
          </p:sp>
        </p:grpSp>
        <p:sp>
          <p:nvSpPr>
            <p:cNvPr name="TextBox 27" id="27"/>
            <p:cNvSpPr txBox="true"/>
            <p:nvPr/>
          </p:nvSpPr>
          <p:spPr>
            <a:xfrm rot="0">
              <a:off x="15148443" y="3968720"/>
              <a:ext cx="7637930" cy="1091565"/>
            </a:xfrm>
            <a:prstGeom prst="rect">
              <a:avLst/>
            </a:prstGeom>
          </p:spPr>
          <p:txBody>
            <a:bodyPr anchor="t" rtlCol="false" tIns="0" lIns="0" bIns="0" rIns="0">
              <a:spAutoFit/>
            </a:bodyPr>
            <a:lstStyle/>
            <a:p>
              <a:pPr algn="ctr">
                <a:lnSpc>
                  <a:spcPts val="2970"/>
                </a:lnSpc>
              </a:pPr>
              <a:r>
                <a:rPr lang="en-US" sz="3300" b="true">
                  <a:solidFill>
                    <a:srgbClr val="3C7FC0"/>
                  </a:solidFill>
                  <a:latin typeface="Poppins Bold"/>
                  <a:ea typeface="Poppins Bold"/>
                  <a:cs typeface="Poppins Bold"/>
                  <a:sym typeface="Poppins Bold"/>
                </a:rPr>
                <a:t>SDG 11 - Sustainable Cities and Communities</a:t>
              </a:r>
            </a:p>
          </p:txBody>
        </p:sp>
        <p:sp>
          <p:nvSpPr>
            <p:cNvPr name="TextBox 28" id="28"/>
            <p:cNvSpPr txBox="true"/>
            <p:nvPr/>
          </p:nvSpPr>
          <p:spPr>
            <a:xfrm rot="0">
              <a:off x="0" y="5929461"/>
              <a:ext cx="7795576" cy="3480925"/>
            </a:xfrm>
            <a:prstGeom prst="rect">
              <a:avLst/>
            </a:prstGeom>
          </p:spPr>
          <p:txBody>
            <a:bodyPr anchor="t" rtlCol="false" tIns="0" lIns="0" bIns="0" rIns="0">
              <a:spAutoFit/>
            </a:bodyPr>
            <a:lstStyle/>
            <a:p>
              <a:pPr algn="just">
                <a:lnSpc>
                  <a:spcPts val="2638"/>
                </a:lnSpc>
              </a:pPr>
              <a:r>
                <a:rPr lang="en-US" sz="1758" b="true">
                  <a:solidFill>
                    <a:srgbClr val="3C7FC0"/>
                  </a:solidFill>
                  <a:latin typeface="Poppins Bold"/>
                  <a:ea typeface="Poppins Bold"/>
                  <a:cs typeface="Poppins Bold"/>
                  <a:sym typeface="Poppins Bold"/>
                </a:rPr>
                <a:t>Target 9.5 : </a:t>
              </a:r>
            </a:p>
            <a:p>
              <a:pPr algn="l" marL="379764" indent="-189882" lvl="1">
                <a:lnSpc>
                  <a:spcPts val="2638"/>
                </a:lnSpc>
                <a:buFont typeface="Arial"/>
                <a:buChar char="•"/>
              </a:pPr>
              <a:r>
                <a:rPr lang="en-US" b="true" sz="1758">
                  <a:solidFill>
                    <a:srgbClr val="3C7FC0"/>
                  </a:solidFill>
                  <a:latin typeface="Poppins Bold"/>
                  <a:ea typeface="Poppins Bold"/>
                  <a:cs typeface="Poppins Bold"/>
                  <a:sym typeface="Poppins Bold"/>
                </a:rPr>
                <a:t>Enhance scientific research and upgrade technological capabilities.</a:t>
              </a:r>
            </a:p>
            <a:p>
              <a:pPr algn="just">
                <a:lnSpc>
                  <a:spcPts val="2638"/>
                </a:lnSpc>
              </a:pPr>
              <a:r>
                <a:rPr lang="en-US" sz="1758" b="true">
                  <a:solidFill>
                    <a:srgbClr val="3C7FC0"/>
                  </a:solidFill>
                  <a:latin typeface="Poppins Bold"/>
                  <a:ea typeface="Poppins Bold"/>
                  <a:cs typeface="Poppins Bold"/>
                  <a:sym typeface="Poppins Bold"/>
                </a:rPr>
                <a:t>Justifikasi : </a:t>
              </a:r>
            </a:p>
            <a:p>
              <a:pPr algn="l" marL="379764" indent="-189882" lvl="1">
                <a:lnSpc>
                  <a:spcPts val="2638"/>
                </a:lnSpc>
                <a:buFont typeface="Arial"/>
                <a:buChar char="•"/>
              </a:pPr>
              <a:r>
                <a:rPr lang="en-US" b="true" sz="1758">
                  <a:solidFill>
                    <a:srgbClr val="3C7FC0"/>
                  </a:solidFill>
                  <a:latin typeface="Poppins Bold"/>
                  <a:ea typeface="Poppins Bold"/>
                  <a:cs typeface="Poppins Bold"/>
                  <a:sym typeface="Poppins Bold"/>
                </a:rPr>
                <a:t>S-CANE mengintegrasikan mikrokontroler ATmega2560 dengan IoT (ESP8266) sebagai bentuk inovasi teknologi tepat guna untuk memodernisasi alat bantu konvensional.</a:t>
              </a:r>
            </a:p>
          </p:txBody>
        </p:sp>
        <p:sp>
          <p:nvSpPr>
            <p:cNvPr name="TextBox 29" id="29"/>
            <p:cNvSpPr txBox="true"/>
            <p:nvPr/>
          </p:nvSpPr>
          <p:spPr>
            <a:xfrm rot="0">
              <a:off x="7553753" y="5938986"/>
              <a:ext cx="7029771" cy="4285883"/>
            </a:xfrm>
            <a:prstGeom prst="rect">
              <a:avLst/>
            </a:prstGeom>
          </p:spPr>
          <p:txBody>
            <a:bodyPr anchor="t" rtlCol="false" tIns="0" lIns="0" bIns="0" rIns="0">
              <a:spAutoFit/>
            </a:bodyPr>
            <a:lstStyle/>
            <a:p>
              <a:pPr algn="just">
                <a:lnSpc>
                  <a:spcPts val="2596"/>
                </a:lnSpc>
              </a:pPr>
              <a:r>
                <a:rPr lang="en-US" sz="1730" b="true">
                  <a:solidFill>
                    <a:srgbClr val="3C7FC0"/>
                  </a:solidFill>
                  <a:latin typeface="Poppins Bold"/>
                  <a:ea typeface="Poppins Bold"/>
                  <a:cs typeface="Poppins Bold"/>
                  <a:sym typeface="Poppins Bold"/>
                </a:rPr>
                <a:t>Target 10.2 : </a:t>
              </a:r>
            </a:p>
            <a:p>
              <a:pPr algn="l" marL="373684" indent="-186842" lvl="1">
                <a:lnSpc>
                  <a:spcPts val="2596"/>
                </a:lnSpc>
                <a:buFont typeface="Arial"/>
                <a:buChar char="•"/>
              </a:pPr>
              <a:r>
                <a:rPr lang="en-US" b="true" sz="1730">
                  <a:solidFill>
                    <a:srgbClr val="3C7FC0"/>
                  </a:solidFill>
                  <a:latin typeface="Poppins Bold"/>
                  <a:ea typeface="Poppins Bold"/>
                  <a:cs typeface="Poppins Bold"/>
                  <a:sym typeface="Poppins Bold"/>
                </a:rPr>
                <a:t>Empower and promote the social, economic, and political inclusion of all, irrespective of disability.</a:t>
              </a:r>
            </a:p>
            <a:p>
              <a:pPr algn="just">
                <a:lnSpc>
                  <a:spcPts val="2596"/>
                </a:lnSpc>
              </a:pPr>
              <a:r>
                <a:rPr lang="en-US" sz="1730" b="true">
                  <a:solidFill>
                    <a:srgbClr val="3C7FC0"/>
                  </a:solidFill>
                  <a:latin typeface="Poppins Bold"/>
                  <a:ea typeface="Poppins Bold"/>
                  <a:cs typeface="Poppins Bold"/>
                  <a:sym typeface="Poppins Bold"/>
                </a:rPr>
                <a:t>Justifikasi : </a:t>
              </a:r>
            </a:p>
            <a:p>
              <a:pPr algn="l" marL="373684" indent="-186842" lvl="1">
                <a:lnSpc>
                  <a:spcPts val="2596"/>
                </a:lnSpc>
                <a:buFont typeface="Arial"/>
                <a:buChar char="•"/>
              </a:pPr>
              <a:r>
                <a:rPr lang="en-US" b="true" sz="1730">
                  <a:solidFill>
                    <a:srgbClr val="3C7FC0"/>
                  </a:solidFill>
                  <a:latin typeface="Poppins Bold"/>
                  <a:ea typeface="Poppins Bold"/>
                  <a:cs typeface="Poppins Bold"/>
                  <a:sym typeface="Poppins Bold"/>
                </a:rPr>
                <a:t>S-CANE bertindak sebagai assistive technology yang memandirikan mobilitas tuna netra, mengurangi ketergantungan pada orang lain, dan memangkas kesenjangan sosial.</a:t>
              </a:r>
            </a:p>
          </p:txBody>
        </p:sp>
        <p:sp>
          <p:nvSpPr>
            <p:cNvPr name="TextBox 30" id="30"/>
            <p:cNvSpPr txBox="true"/>
            <p:nvPr/>
          </p:nvSpPr>
          <p:spPr>
            <a:xfrm rot="0">
              <a:off x="15446750" y="5938986"/>
              <a:ext cx="7029771" cy="4717548"/>
            </a:xfrm>
            <a:prstGeom prst="rect">
              <a:avLst/>
            </a:prstGeom>
          </p:spPr>
          <p:txBody>
            <a:bodyPr anchor="t" rtlCol="false" tIns="0" lIns="0" bIns="0" rIns="0">
              <a:spAutoFit/>
            </a:bodyPr>
            <a:lstStyle/>
            <a:p>
              <a:pPr algn="just">
                <a:lnSpc>
                  <a:spcPts val="2596"/>
                </a:lnSpc>
              </a:pPr>
              <a:r>
                <a:rPr lang="en-US" sz="1730" b="true">
                  <a:solidFill>
                    <a:srgbClr val="3C7FC0"/>
                  </a:solidFill>
                  <a:latin typeface="Poppins Bold"/>
                  <a:ea typeface="Poppins Bold"/>
                  <a:cs typeface="Poppins Bold"/>
                  <a:sym typeface="Poppins Bold"/>
                </a:rPr>
                <a:t>Target 11.2 : </a:t>
              </a:r>
            </a:p>
            <a:p>
              <a:pPr algn="l" marL="373684" indent="-186842" lvl="1">
                <a:lnSpc>
                  <a:spcPts val="2596"/>
                </a:lnSpc>
                <a:buFont typeface="Arial"/>
                <a:buChar char="•"/>
              </a:pPr>
              <a:r>
                <a:rPr lang="en-US" b="true" sz="1730">
                  <a:solidFill>
                    <a:srgbClr val="3C7FC0"/>
                  </a:solidFill>
                  <a:latin typeface="Poppins Bold"/>
                  <a:ea typeface="Poppins Bold"/>
                  <a:cs typeface="Poppins Bold"/>
                  <a:sym typeface="Poppins Bold"/>
                </a:rPr>
                <a:t> Pr</a:t>
              </a:r>
              <a:r>
                <a:rPr lang="en-US" b="true" sz="1730">
                  <a:solidFill>
                    <a:srgbClr val="3C7FC0"/>
                  </a:solidFill>
                  <a:latin typeface="Poppins Bold"/>
                  <a:ea typeface="Poppins Bold"/>
                  <a:cs typeface="Poppins Bold"/>
                  <a:sym typeface="Poppins Bold"/>
                </a:rPr>
                <a:t>ovide access to safe, affordable, accessible and sustainable transport systems for all, notably older persons and persons with disabilities.</a:t>
              </a:r>
            </a:p>
            <a:p>
              <a:pPr algn="just">
                <a:lnSpc>
                  <a:spcPts val="2596"/>
                </a:lnSpc>
              </a:pPr>
              <a:r>
                <a:rPr lang="en-US" sz="1730" b="true">
                  <a:solidFill>
                    <a:srgbClr val="3C7FC0"/>
                  </a:solidFill>
                  <a:latin typeface="Poppins Bold"/>
                  <a:ea typeface="Poppins Bold"/>
                  <a:cs typeface="Poppins Bold"/>
                  <a:sym typeface="Poppins Bold"/>
                </a:rPr>
                <a:t>Justifikasi : </a:t>
              </a:r>
            </a:p>
            <a:p>
              <a:pPr algn="l" marL="373684" indent="-186842" lvl="1">
                <a:lnSpc>
                  <a:spcPts val="2596"/>
                </a:lnSpc>
                <a:buFont typeface="Arial"/>
                <a:buChar char="•"/>
              </a:pPr>
              <a:r>
                <a:rPr lang="en-US" b="true" sz="1730">
                  <a:solidFill>
                    <a:srgbClr val="3C7FC0"/>
                  </a:solidFill>
                  <a:latin typeface="Poppins Bold"/>
                  <a:ea typeface="Poppins Bold"/>
                  <a:cs typeface="Poppins Bold"/>
                  <a:sym typeface="Poppins Bold"/>
                </a:rPr>
                <a:t>Melalui deteksi halangan otomatis dan genangan air, proyek ini mendukung terciptanya infrastruktur lingkungan kota yang inklusif dan aman bagi kelompok rentan.</a:t>
              </a:r>
            </a:p>
          </p:txBody>
        </p:sp>
        <p:grpSp>
          <p:nvGrpSpPr>
            <p:cNvPr name="Group 31" id="31"/>
            <p:cNvGrpSpPr/>
            <p:nvPr/>
          </p:nvGrpSpPr>
          <p:grpSpPr>
            <a:xfrm rot="0">
              <a:off x="9413434" y="0"/>
              <a:ext cx="3014074" cy="3014074"/>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4"/>
                <a:stretch>
                  <a:fillRect l="0" t="0" r="0" b="0"/>
                </a:stretch>
              </a:blipFill>
            </p:spPr>
          </p:sp>
        </p:grpSp>
        <p:grpSp>
          <p:nvGrpSpPr>
            <p:cNvPr name="Group 33" id="33"/>
            <p:cNvGrpSpPr/>
            <p:nvPr/>
          </p:nvGrpSpPr>
          <p:grpSpPr>
            <a:xfrm rot="0">
              <a:off x="17454598" y="8637"/>
              <a:ext cx="3014074" cy="3014074"/>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5"/>
                <a:stretch>
                  <a:fillRect l="0" t="0" r="0" b="0"/>
                </a:stretch>
              </a:blipFill>
            </p:spPr>
          </p:sp>
        </p:grpSp>
      </p:grpSp>
      <p:grpSp>
        <p:nvGrpSpPr>
          <p:cNvPr name="Group 35" id="35"/>
          <p:cNvGrpSpPr/>
          <p:nvPr/>
        </p:nvGrpSpPr>
        <p:grpSpPr>
          <a:xfrm rot="0">
            <a:off x="872926" y="160868"/>
            <a:ext cx="3356442" cy="1011775"/>
            <a:chOff x="0" y="0"/>
            <a:chExt cx="4475256" cy="1349034"/>
          </a:xfrm>
        </p:grpSpPr>
        <p:grpSp>
          <p:nvGrpSpPr>
            <p:cNvPr name="Group 36" id="36"/>
            <p:cNvGrpSpPr/>
            <p:nvPr/>
          </p:nvGrpSpPr>
          <p:grpSpPr>
            <a:xfrm rot="0">
              <a:off x="3126222" y="0"/>
              <a:ext cx="1349034" cy="1349034"/>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6"/>
                <a:stretch>
                  <a:fillRect l="-46637" t="-2776" r="-45081" b="-1710"/>
                </a:stretch>
              </a:blipFill>
            </p:spPr>
          </p:sp>
        </p:grpSp>
        <p:sp>
          <p:nvSpPr>
            <p:cNvPr name="Freeform 38" id="38"/>
            <p:cNvSpPr/>
            <p:nvPr/>
          </p:nvSpPr>
          <p:spPr>
            <a:xfrm flipH="false" flipV="false" rot="0">
              <a:off x="1616778" y="0"/>
              <a:ext cx="1282188" cy="1307284"/>
            </a:xfrm>
            <a:custGeom>
              <a:avLst/>
              <a:gdLst/>
              <a:ahLst/>
              <a:cxnLst/>
              <a:rect r="r" b="b" t="t" l="l"/>
              <a:pathLst>
                <a:path h="1307284" w="1282188">
                  <a:moveTo>
                    <a:pt x="0" y="0"/>
                  </a:moveTo>
                  <a:lnTo>
                    <a:pt x="1282188" y="0"/>
                  </a:lnTo>
                  <a:lnTo>
                    <a:pt x="1282188" y="1307284"/>
                  </a:lnTo>
                  <a:lnTo>
                    <a:pt x="0" y="1307284"/>
                  </a:lnTo>
                  <a:lnTo>
                    <a:pt x="0" y="0"/>
                  </a:lnTo>
                  <a:close/>
                </a:path>
              </a:pathLst>
            </a:custGeom>
            <a:blipFill>
              <a:blip r:embed="rId17"/>
              <a:stretch>
                <a:fillRect l="0" t="0" r="0" b="0"/>
              </a:stretch>
            </a:blipFill>
          </p:spPr>
        </p:sp>
        <p:sp>
          <p:nvSpPr>
            <p:cNvPr name="Freeform 39" id="39"/>
            <p:cNvSpPr/>
            <p:nvPr/>
          </p:nvSpPr>
          <p:spPr>
            <a:xfrm flipH="false" flipV="false" rot="0">
              <a:off x="0" y="48012"/>
              <a:ext cx="1282808" cy="1301022"/>
            </a:xfrm>
            <a:custGeom>
              <a:avLst/>
              <a:gdLst/>
              <a:ahLst/>
              <a:cxnLst/>
              <a:rect r="r" b="b" t="t" l="l"/>
              <a:pathLst>
                <a:path h="1301022" w="1282808">
                  <a:moveTo>
                    <a:pt x="0" y="0"/>
                  </a:moveTo>
                  <a:lnTo>
                    <a:pt x="1282808" y="0"/>
                  </a:lnTo>
                  <a:lnTo>
                    <a:pt x="1282808" y="1301022"/>
                  </a:lnTo>
                  <a:lnTo>
                    <a:pt x="0" y="1301022"/>
                  </a:lnTo>
                  <a:lnTo>
                    <a:pt x="0" y="0"/>
                  </a:lnTo>
                  <a:close/>
                </a:path>
              </a:pathLst>
            </a:custGeom>
            <a:blipFill>
              <a:blip r:embed="rId18"/>
              <a:stretch>
                <a:fillRect l="0" t="0" r="0" b="0"/>
              </a:stretch>
            </a:blipFill>
          </p:spPr>
        </p:sp>
      </p:grpSp>
      <p:sp>
        <p:nvSpPr>
          <p:cNvPr name="TextBox 40" id="40"/>
          <p:cNvSpPr txBox="true"/>
          <p:nvPr/>
        </p:nvSpPr>
        <p:spPr>
          <a:xfrm rot="0">
            <a:off x="10416767" y="668655"/>
            <a:ext cx="6842533" cy="843915"/>
          </a:xfrm>
          <a:prstGeom prst="rect">
            <a:avLst/>
          </a:prstGeom>
        </p:spPr>
        <p:txBody>
          <a:bodyPr anchor="t" rtlCol="false" tIns="0" lIns="0" bIns="0" rIns="0">
            <a:spAutoFit/>
          </a:bodyPr>
          <a:lstStyle/>
          <a:p>
            <a:pPr algn="ctr">
              <a:lnSpc>
                <a:spcPts val="5759"/>
              </a:lnSpc>
            </a:pPr>
            <a:r>
              <a:rPr lang="en-US" sz="6399" b="true">
                <a:solidFill>
                  <a:srgbClr val="3C7FC0"/>
                </a:solidFill>
                <a:latin typeface="Poppins Bold"/>
                <a:ea typeface="Poppins Bold"/>
                <a:cs typeface="Poppins Bold"/>
                <a:sym typeface="Poppins Bold"/>
              </a:rPr>
              <a:t>SDGs IMPACT</a:t>
            </a:r>
          </a:p>
        </p:txBody>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3220277" y="0"/>
            <a:ext cx="23430577" cy="12975952"/>
            <a:chOff x="0" y="0"/>
            <a:chExt cx="31240770" cy="17301270"/>
          </a:xfrm>
        </p:grpSpPr>
        <p:sp>
          <p:nvSpPr>
            <p:cNvPr name="Freeform 3" id="3"/>
            <p:cNvSpPr/>
            <p:nvPr/>
          </p:nvSpPr>
          <p:spPr>
            <a:xfrm flipH="false" flipV="false" rot="0">
              <a:off x="4006016" y="4418530"/>
              <a:ext cx="24712080" cy="7351844"/>
            </a:xfrm>
            <a:custGeom>
              <a:avLst/>
              <a:gdLst/>
              <a:ahLst/>
              <a:cxnLst/>
              <a:rect r="r" b="b" t="t" l="l"/>
              <a:pathLst>
                <a:path h="7351844" w="24712080">
                  <a:moveTo>
                    <a:pt x="0" y="0"/>
                  </a:moveTo>
                  <a:lnTo>
                    <a:pt x="24712079" y="0"/>
                  </a:lnTo>
                  <a:lnTo>
                    <a:pt x="24712079" y="7351844"/>
                  </a:lnTo>
                  <a:lnTo>
                    <a:pt x="0" y="73518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0"/>
              <a:ext cx="10542498" cy="4677035"/>
            </a:xfrm>
            <a:custGeom>
              <a:avLst/>
              <a:gdLst/>
              <a:ahLst/>
              <a:cxnLst/>
              <a:rect r="r" b="b" t="t" l="l"/>
              <a:pathLst>
                <a:path h="4677035" w="10542498">
                  <a:moveTo>
                    <a:pt x="0" y="0"/>
                  </a:moveTo>
                  <a:lnTo>
                    <a:pt x="10542498" y="0"/>
                  </a:lnTo>
                  <a:lnTo>
                    <a:pt x="10542498" y="4677035"/>
                  </a:lnTo>
                  <a:lnTo>
                    <a:pt x="0" y="4677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4577191" y="3120607"/>
              <a:ext cx="6663578" cy="2956206"/>
            </a:xfrm>
            <a:custGeom>
              <a:avLst/>
              <a:gdLst/>
              <a:ahLst/>
              <a:cxnLst/>
              <a:rect r="r" b="b" t="t" l="l"/>
              <a:pathLst>
                <a:path h="2956206" w="6663578">
                  <a:moveTo>
                    <a:pt x="0" y="0"/>
                  </a:moveTo>
                  <a:lnTo>
                    <a:pt x="6663579" y="0"/>
                  </a:lnTo>
                  <a:lnTo>
                    <a:pt x="6663579" y="2956205"/>
                  </a:lnTo>
                  <a:lnTo>
                    <a:pt x="0" y="2956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872157" y="8953854"/>
              <a:ext cx="24979797" cy="8347415"/>
            </a:xfrm>
            <a:custGeom>
              <a:avLst/>
              <a:gdLst/>
              <a:ahLst/>
              <a:cxnLst/>
              <a:rect r="r" b="b" t="t" l="l"/>
              <a:pathLst>
                <a:path h="8347415" w="24979797">
                  <a:moveTo>
                    <a:pt x="0" y="0"/>
                  </a:moveTo>
                  <a:lnTo>
                    <a:pt x="24979797" y="0"/>
                  </a:lnTo>
                  <a:lnTo>
                    <a:pt x="24979797" y="8347416"/>
                  </a:lnTo>
                  <a:lnTo>
                    <a:pt x="0" y="8347416"/>
                  </a:lnTo>
                  <a:lnTo>
                    <a:pt x="0" y="0"/>
                  </a:lnTo>
                  <a:close/>
                </a:path>
              </a:pathLst>
            </a:custGeom>
            <a:blipFill>
              <a:blip r:embed="rId6"/>
              <a:stretch>
                <a:fillRect l="0" t="0" r="0" b="0"/>
              </a:stretch>
            </a:blipFill>
          </p:spPr>
        </p:sp>
        <p:sp>
          <p:nvSpPr>
            <p:cNvPr name="Freeform 7" id="7"/>
            <p:cNvSpPr/>
            <p:nvPr/>
          </p:nvSpPr>
          <p:spPr>
            <a:xfrm flipH="false" flipV="false" rot="0">
              <a:off x="9397406" y="4418530"/>
              <a:ext cx="3322142" cy="7550324"/>
            </a:xfrm>
            <a:custGeom>
              <a:avLst/>
              <a:gdLst/>
              <a:ahLst/>
              <a:cxnLst/>
              <a:rect r="r" b="b" t="t" l="l"/>
              <a:pathLst>
                <a:path h="7550324" w="3322142">
                  <a:moveTo>
                    <a:pt x="0" y="0"/>
                  </a:moveTo>
                  <a:lnTo>
                    <a:pt x="3322143" y="0"/>
                  </a:lnTo>
                  <a:lnTo>
                    <a:pt x="3322143" y="7550324"/>
                  </a:lnTo>
                  <a:lnTo>
                    <a:pt x="0" y="75503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4997931" y="7337068"/>
              <a:ext cx="3505374" cy="5400436"/>
            </a:xfrm>
            <a:custGeom>
              <a:avLst/>
              <a:gdLst/>
              <a:ahLst/>
              <a:cxnLst/>
              <a:rect r="r" b="b" t="t" l="l"/>
              <a:pathLst>
                <a:path h="5400436" w="3505374">
                  <a:moveTo>
                    <a:pt x="0" y="0"/>
                  </a:moveTo>
                  <a:lnTo>
                    <a:pt x="3505374" y="0"/>
                  </a:lnTo>
                  <a:lnTo>
                    <a:pt x="3505374" y="5400436"/>
                  </a:lnTo>
                  <a:lnTo>
                    <a:pt x="0" y="54004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23268397" y="5476479"/>
              <a:ext cx="5115299" cy="7177077"/>
            </a:xfrm>
            <a:custGeom>
              <a:avLst/>
              <a:gdLst/>
              <a:ahLst/>
              <a:cxnLst/>
              <a:rect r="r" b="b" t="t" l="l"/>
              <a:pathLst>
                <a:path h="7177077" w="5115299">
                  <a:moveTo>
                    <a:pt x="0" y="0"/>
                  </a:moveTo>
                  <a:lnTo>
                    <a:pt x="5115298" y="0"/>
                  </a:lnTo>
                  <a:lnTo>
                    <a:pt x="5115298" y="7177077"/>
                  </a:lnTo>
                  <a:lnTo>
                    <a:pt x="0" y="71770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0" id="10"/>
          <p:cNvGrpSpPr/>
          <p:nvPr/>
        </p:nvGrpSpPr>
        <p:grpSpPr>
          <a:xfrm rot="0">
            <a:off x="-252061" y="0"/>
            <a:ext cx="18768104" cy="10458936"/>
            <a:chOff x="0" y="0"/>
            <a:chExt cx="4943040" cy="2754617"/>
          </a:xfrm>
        </p:grpSpPr>
        <p:sp>
          <p:nvSpPr>
            <p:cNvPr name="Freeform 11" id="11"/>
            <p:cNvSpPr/>
            <p:nvPr/>
          </p:nvSpPr>
          <p:spPr>
            <a:xfrm flipH="false" flipV="false" rot="0">
              <a:off x="0" y="0"/>
              <a:ext cx="4943040" cy="2754617"/>
            </a:xfrm>
            <a:custGeom>
              <a:avLst/>
              <a:gdLst/>
              <a:ahLst/>
              <a:cxnLst/>
              <a:rect r="r" b="b" t="t" l="l"/>
              <a:pathLst>
                <a:path h="2754617" w="4943040">
                  <a:moveTo>
                    <a:pt x="0" y="0"/>
                  </a:moveTo>
                  <a:lnTo>
                    <a:pt x="4943040" y="0"/>
                  </a:lnTo>
                  <a:lnTo>
                    <a:pt x="4943040" y="2754617"/>
                  </a:lnTo>
                  <a:lnTo>
                    <a:pt x="0" y="2754617"/>
                  </a:lnTo>
                  <a:close/>
                </a:path>
              </a:pathLst>
            </a:custGeom>
            <a:solidFill>
              <a:srgbClr val="FFFFFF">
                <a:alpha val="80784"/>
              </a:srgbClr>
            </a:solidFill>
          </p:spPr>
        </p:sp>
        <p:sp>
          <p:nvSpPr>
            <p:cNvPr name="TextBox 12" id="12"/>
            <p:cNvSpPr txBox="true"/>
            <p:nvPr/>
          </p:nvSpPr>
          <p:spPr>
            <a:xfrm>
              <a:off x="0" y="-66675"/>
              <a:ext cx="4943040" cy="2821292"/>
            </a:xfrm>
            <a:prstGeom prst="rect">
              <a:avLst/>
            </a:prstGeom>
          </p:spPr>
          <p:txBody>
            <a:bodyPr anchor="ctr" rtlCol="false" tIns="50800" lIns="50800" bIns="50800" rIns="50800"/>
            <a:lstStyle/>
            <a:p>
              <a:pPr algn="ctr">
                <a:lnSpc>
                  <a:spcPts val="3381"/>
                </a:lnSpc>
              </a:pPr>
            </a:p>
          </p:txBody>
        </p:sp>
      </p:grpSp>
      <p:sp>
        <p:nvSpPr>
          <p:cNvPr name="Freeform 13" id="13"/>
          <p:cNvSpPr/>
          <p:nvPr/>
        </p:nvSpPr>
        <p:spPr>
          <a:xfrm flipH="false" flipV="false" rot="0">
            <a:off x="9940469" y="3901508"/>
            <a:ext cx="7764258" cy="5172937"/>
          </a:xfrm>
          <a:custGeom>
            <a:avLst/>
            <a:gdLst/>
            <a:ahLst/>
            <a:cxnLst/>
            <a:rect r="r" b="b" t="t" l="l"/>
            <a:pathLst>
              <a:path h="5172937" w="7764258">
                <a:moveTo>
                  <a:pt x="0" y="0"/>
                </a:moveTo>
                <a:lnTo>
                  <a:pt x="7764258" y="0"/>
                </a:lnTo>
                <a:lnTo>
                  <a:pt x="7764258" y="5172937"/>
                </a:lnTo>
                <a:lnTo>
                  <a:pt x="0" y="5172937"/>
                </a:lnTo>
                <a:lnTo>
                  <a:pt x="0" y="0"/>
                </a:lnTo>
                <a:close/>
              </a:path>
            </a:pathLst>
          </a:custGeom>
          <a:blipFill>
            <a:blip r:embed="rId13"/>
            <a:stretch>
              <a:fillRect l="0" t="0" r="0" b="0"/>
            </a:stretch>
          </a:blipFill>
        </p:spPr>
      </p:sp>
      <p:sp>
        <p:nvSpPr>
          <p:cNvPr name="Freeform 14" id="14"/>
          <p:cNvSpPr/>
          <p:nvPr/>
        </p:nvSpPr>
        <p:spPr>
          <a:xfrm flipH="false" flipV="false" rot="0">
            <a:off x="853876" y="2653473"/>
            <a:ext cx="9054644" cy="4980054"/>
          </a:xfrm>
          <a:custGeom>
            <a:avLst/>
            <a:gdLst/>
            <a:ahLst/>
            <a:cxnLst/>
            <a:rect r="r" b="b" t="t" l="l"/>
            <a:pathLst>
              <a:path h="4980054" w="9054644">
                <a:moveTo>
                  <a:pt x="0" y="0"/>
                </a:moveTo>
                <a:lnTo>
                  <a:pt x="9054644" y="0"/>
                </a:lnTo>
                <a:lnTo>
                  <a:pt x="9054644" y="4980054"/>
                </a:lnTo>
                <a:lnTo>
                  <a:pt x="0" y="4980054"/>
                </a:lnTo>
                <a:lnTo>
                  <a:pt x="0" y="0"/>
                </a:lnTo>
                <a:close/>
              </a:path>
            </a:pathLst>
          </a:custGeom>
          <a:blipFill>
            <a:blip r:embed="rId14"/>
            <a:stretch>
              <a:fillRect l="0" t="0" r="0" b="0"/>
            </a:stretch>
          </a:blipFill>
        </p:spPr>
      </p:sp>
      <p:grpSp>
        <p:nvGrpSpPr>
          <p:cNvPr name="Group 15" id="15"/>
          <p:cNvGrpSpPr/>
          <p:nvPr/>
        </p:nvGrpSpPr>
        <p:grpSpPr>
          <a:xfrm rot="0">
            <a:off x="872926" y="160868"/>
            <a:ext cx="3356442" cy="1011775"/>
            <a:chOff x="0" y="0"/>
            <a:chExt cx="4475256" cy="1349034"/>
          </a:xfrm>
        </p:grpSpPr>
        <p:grpSp>
          <p:nvGrpSpPr>
            <p:cNvPr name="Group 16" id="16"/>
            <p:cNvGrpSpPr/>
            <p:nvPr/>
          </p:nvGrpSpPr>
          <p:grpSpPr>
            <a:xfrm rot="0">
              <a:off x="3126222" y="0"/>
              <a:ext cx="1349034" cy="134903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5"/>
                <a:stretch>
                  <a:fillRect l="-46637" t="-2776" r="-45081" b="-1710"/>
                </a:stretch>
              </a:blipFill>
            </p:spPr>
          </p:sp>
        </p:grpSp>
        <p:sp>
          <p:nvSpPr>
            <p:cNvPr name="Freeform 18" id="18"/>
            <p:cNvSpPr/>
            <p:nvPr/>
          </p:nvSpPr>
          <p:spPr>
            <a:xfrm flipH="false" flipV="false" rot="0">
              <a:off x="1616778" y="0"/>
              <a:ext cx="1282188" cy="1307284"/>
            </a:xfrm>
            <a:custGeom>
              <a:avLst/>
              <a:gdLst/>
              <a:ahLst/>
              <a:cxnLst/>
              <a:rect r="r" b="b" t="t" l="l"/>
              <a:pathLst>
                <a:path h="1307284" w="1282188">
                  <a:moveTo>
                    <a:pt x="0" y="0"/>
                  </a:moveTo>
                  <a:lnTo>
                    <a:pt x="1282188" y="0"/>
                  </a:lnTo>
                  <a:lnTo>
                    <a:pt x="1282188" y="1307284"/>
                  </a:lnTo>
                  <a:lnTo>
                    <a:pt x="0" y="1307284"/>
                  </a:lnTo>
                  <a:lnTo>
                    <a:pt x="0" y="0"/>
                  </a:lnTo>
                  <a:close/>
                </a:path>
              </a:pathLst>
            </a:custGeom>
            <a:blipFill>
              <a:blip r:embed="rId16"/>
              <a:stretch>
                <a:fillRect l="0" t="0" r="0" b="0"/>
              </a:stretch>
            </a:blipFill>
          </p:spPr>
        </p:sp>
        <p:sp>
          <p:nvSpPr>
            <p:cNvPr name="Freeform 19" id="19"/>
            <p:cNvSpPr/>
            <p:nvPr/>
          </p:nvSpPr>
          <p:spPr>
            <a:xfrm flipH="false" flipV="false" rot="0">
              <a:off x="0" y="48012"/>
              <a:ext cx="1282808" cy="1301022"/>
            </a:xfrm>
            <a:custGeom>
              <a:avLst/>
              <a:gdLst/>
              <a:ahLst/>
              <a:cxnLst/>
              <a:rect r="r" b="b" t="t" l="l"/>
              <a:pathLst>
                <a:path h="1301022" w="1282808">
                  <a:moveTo>
                    <a:pt x="0" y="0"/>
                  </a:moveTo>
                  <a:lnTo>
                    <a:pt x="1282808" y="0"/>
                  </a:lnTo>
                  <a:lnTo>
                    <a:pt x="1282808" y="1301022"/>
                  </a:lnTo>
                  <a:lnTo>
                    <a:pt x="0" y="1301022"/>
                  </a:lnTo>
                  <a:lnTo>
                    <a:pt x="0" y="0"/>
                  </a:lnTo>
                  <a:close/>
                </a:path>
              </a:pathLst>
            </a:custGeom>
            <a:blipFill>
              <a:blip r:embed="rId17"/>
              <a:stretch>
                <a:fillRect l="0" t="0" r="0" b="0"/>
              </a:stretch>
            </a:blipFill>
          </p:spPr>
        </p:sp>
      </p:grpSp>
      <p:sp>
        <p:nvSpPr>
          <p:cNvPr name="TextBox 20" id="20"/>
          <p:cNvSpPr txBox="true"/>
          <p:nvPr/>
        </p:nvSpPr>
        <p:spPr>
          <a:xfrm rot="0">
            <a:off x="1028700" y="7994193"/>
            <a:ext cx="7466311" cy="957306"/>
          </a:xfrm>
          <a:prstGeom prst="rect">
            <a:avLst/>
          </a:prstGeom>
        </p:spPr>
        <p:txBody>
          <a:bodyPr anchor="t" rtlCol="false" tIns="0" lIns="0" bIns="0" rIns="0">
            <a:spAutoFit/>
          </a:bodyPr>
          <a:lstStyle/>
          <a:p>
            <a:pPr algn="l">
              <a:lnSpc>
                <a:spcPts val="6401"/>
              </a:lnSpc>
            </a:pPr>
            <a:r>
              <a:rPr lang="en-US" sz="7112" b="true">
                <a:solidFill>
                  <a:srgbClr val="3C7FC0"/>
                </a:solidFill>
                <a:latin typeface="Poppins Bold"/>
                <a:ea typeface="Poppins Bold"/>
                <a:cs typeface="Poppins Bold"/>
                <a:sym typeface="Poppins Bold"/>
              </a:rPr>
              <a:t>BLOK DIAGRAM</a:t>
            </a:r>
          </a:p>
        </p:txBody>
      </p:sp>
      <p:sp>
        <p:nvSpPr>
          <p:cNvPr name="TextBox 21" id="21"/>
          <p:cNvSpPr txBox="true"/>
          <p:nvPr/>
        </p:nvSpPr>
        <p:spPr>
          <a:xfrm rot="0">
            <a:off x="12519863" y="2630387"/>
            <a:ext cx="4894466" cy="962529"/>
          </a:xfrm>
          <a:prstGeom prst="rect">
            <a:avLst/>
          </a:prstGeom>
        </p:spPr>
        <p:txBody>
          <a:bodyPr anchor="t" rtlCol="false" tIns="0" lIns="0" bIns="0" rIns="0">
            <a:spAutoFit/>
          </a:bodyPr>
          <a:lstStyle/>
          <a:p>
            <a:pPr algn="l">
              <a:lnSpc>
                <a:spcPts val="6536"/>
              </a:lnSpc>
            </a:pPr>
            <a:r>
              <a:rPr lang="en-US" sz="7263" b="true">
                <a:solidFill>
                  <a:srgbClr val="3C7FC0"/>
                </a:solidFill>
                <a:latin typeface="Poppins Bold"/>
                <a:ea typeface="Poppins Bold"/>
                <a:cs typeface="Poppins Bold"/>
                <a:sym typeface="Poppins Bold"/>
              </a:rPr>
              <a:t>TABEL I/O</a:t>
            </a:r>
          </a:p>
        </p:txBody>
      </p:sp>
    </p:spTree>
  </p:cSld>
  <p:clrMapOvr>
    <a:masterClrMapping/>
  </p:clrMapOvr>
  <p:transition spd="fast">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886586" y="16925"/>
            <a:ext cx="3356442" cy="1011775"/>
            <a:chOff x="0" y="0"/>
            <a:chExt cx="4475256" cy="1349034"/>
          </a:xfrm>
        </p:grpSpPr>
        <p:grpSp>
          <p:nvGrpSpPr>
            <p:cNvPr name="Group 3" id="3"/>
            <p:cNvGrpSpPr/>
            <p:nvPr/>
          </p:nvGrpSpPr>
          <p:grpSpPr>
            <a:xfrm rot="0">
              <a:off x="3126222" y="0"/>
              <a:ext cx="1349034" cy="134903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46637" t="-2776" r="-45081" b="-1710"/>
                </a:stretch>
              </a:blipFill>
            </p:spPr>
          </p:sp>
        </p:grpSp>
        <p:sp>
          <p:nvSpPr>
            <p:cNvPr name="Freeform 5" id="5"/>
            <p:cNvSpPr/>
            <p:nvPr/>
          </p:nvSpPr>
          <p:spPr>
            <a:xfrm flipH="false" flipV="false" rot="0">
              <a:off x="1616778" y="0"/>
              <a:ext cx="1282188" cy="1307284"/>
            </a:xfrm>
            <a:custGeom>
              <a:avLst/>
              <a:gdLst/>
              <a:ahLst/>
              <a:cxnLst/>
              <a:rect r="r" b="b" t="t" l="l"/>
              <a:pathLst>
                <a:path h="1307284" w="1282188">
                  <a:moveTo>
                    <a:pt x="0" y="0"/>
                  </a:moveTo>
                  <a:lnTo>
                    <a:pt x="1282188" y="0"/>
                  </a:lnTo>
                  <a:lnTo>
                    <a:pt x="1282188" y="1307284"/>
                  </a:lnTo>
                  <a:lnTo>
                    <a:pt x="0" y="1307284"/>
                  </a:lnTo>
                  <a:lnTo>
                    <a:pt x="0" y="0"/>
                  </a:lnTo>
                  <a:close/>
                </a:path>
              </a:pathLst>
            </a:custGeom>
            <a:blipFill>
              <a:blip r:embed="rId3"/>
              <a:stretch>
                <a:fillRect l="0" t="0" r="0" b="0"/>
              </a:stretch>
            </a:blipFill>
          </p:spPr>
        </p:sp>
        <p:sp>
          <p:nvSpPr>
            <p:cNvPr name="Freeform 6" id="6"/>
            <p:cNvSpPr/>
            <p:nvPr/>
          </p:nvSpPr>
          <p:spPr>
            <a:xfrm flipH="false" flipV="false" rot="0">
              <a:off x="0" y="48012"/>
              <a:ext cx="1282808" cy="1301022"/>
            </a:xfrm>
            <a:custGeom>
              <a:avLst/>
              <a:gdLst/>
              <a:ahLst/>
              <a:cxnLst/>
              <a:rect r="r" b="b" t="t" l="l"/>
              <a:pathLst>
                <a:path h="1301022" w="1282808">
                  <a:moveTo>
                    <a:pt x="0" y="0"/>
                  </a:moveTo>
                  <a:lnTo>
                    <a:pt x="1282808" y="0"/>
                  </a:lnTo>
                  <a:lnTo>
                    <a:pt x="1282808" y="1301022"/>
                  </a:lnTo>
                  <a:lnTo>
                    <a:pt x="0" y="1301022"/>
                  </a:lnTo>
                  <a:lnTo>
                    <a:pt x="0" y="0"/>
                  </a:lnTo>
                  <a:close/>
                </a:path>
              </a:pathLst>
            </a:custGeom>
            <a:blipFill>
              <a:blip r:embed="rId4"/>
              <a:stretch>
                <a:fillRect l="0" t="0" r="0" b="0"/>
              </a:stretch>
            </a:blipFill>
          </p:spPr>
        </p:sp>
      </p:grpSp>
      <p:grpSp>
        <p:nvGrpSpPr>
          <p:cNvPr name="Group 7" id="7"/>
          <p:cNvGrpSpPr>
            <a:grpSpLocks noChangeAspect="true"/>
          </p:cNvGrpSpPr>
          <p:nvPr/>
        </p:nvGrpSpPr>
        <p:grpSpPr>
          <a:xfrm rot="0">
            <a:off x="11175282" y="5809120"/>
            <a:ext cx="2121750" cy="4271980"/>
            <a:chOff x="0" y="0"/>
            <a:chExt cx="9461500" cy="19050000"/>
          </a:xfrm>
        </p:grpSpPr>
        <p:sp>
          <p:nvSpPr>
            <p:cNvPr name="Freeform 8" id="8"/>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5"/>
              <a:stretch>
                <a:fillRect l="-153111" t="-10442" r="-107134" b="-13189"/>
              </a:stretch>
            </a:blipFill>
          </p:spPr>
        </p:sp>
        <p:sp>
          <p:nvSpPr>
            <p:cNvPr name="Freeform 9" id="9"/>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grpSp>
        <p:nvGrpSpPr>
          <p:cNvPr name="Group 10" id="10"/>
          <p:cNvGrpSpPr>
            <a:grpSpLocks noChangeAspect="true"/>
          </p:cNvGrpSpPr>
          <p:nvPr/>
        </p:nvGrpSpPr>
        <p:grpSpPr>
          <a:xfrm rot="0">
            <a:off x="9028030" y="1518705"/>
            <a:ext cx="2121750" cy="4271980"/>
            <a:chOff x="0" y="0"/>
            <a:chExt cx="9461500" cy="19050000"/>
          </a:xfrm>
        </p:grpSpPr>
        <p:sp>
          <p:nvSpPr>
            <p:cNvPr name="Freeform 11" id="11"/>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7"/>
              <a:stretch>
                <a:fillRect l="-38598" t="-13113" r="-56022" b="-12850"/>
              </a:stretch>
            </a:blipFill>
          </p:spPr>
        </p:sp>
        <p:sp>
          <p:nvSpPr>
            <p:cNvPr name="Freeform 12" id="12"/>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grpSp>
        <p:nvGrpSpPr>
          <p:cNvPr name="Group 13" id="13"/>
          <p:cNvGrpSpPr>
            <a:grpSpLocks noChangeAspect="true"/>
          </p:cNvGrpSpPr>
          <p:nvPr/>
        </p:nvGrpSpPr>
        <p:grpSpPr>
          <a:xfrm rot="0">
            <a:off x="4691370" y="5790685"/>
            <a:ext cx="2112594" cy="4253545"/>
            <a:chOff x="0" y="0"/>
            <a:chExt cx="9461500" cy="19050000"/>
          </a:xfrm>
        </p:grpSpPr>
        <p:sp>
          <p:nvSpPr>
            <p:cNvPr name="Freeform 14" id="14"/>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5"/>
              <a:stretch>
                <a:fillRect l="-24964" t="-10987" r="-240268" b="-14355"/>
              </a:stretch>
            </a:blipFill>
          </p:spPr>
        </p:sp>
        <p:sp>
          <p:nvSpPr>
            <p:cNvPr name="Freeform 15" id="15"/>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grpSp>
        <p:nvGrpSpPr>
          <p:cNvPr name="Group 16" id="16"/>
          <p:cNvGrpSpPr>
            <a:grpSpLocks noChangeAspect="true"/>
          </p:cNvGrpSpPr>
          <p:nvPr/>
        </p:nvGrpSpPr>
        <p:grpSpPr>
          <a:xfrm rot="0">
            <a:off x="6864387" y="5790685"/>
            <a:ext cx="2112594" cy="4253545"/>
            <a:chOff x="0" y="0"/>
            <a:chExt cx="9461500" cy="19050000"/>
          </a:xfrm>
        </p:grpSpPr>
        <p:sp>
          <p:nvSpPr>
            <p:cNvPr name="Freeform 17" id="17"/>
            <p:cNvSpPr/>
            <p:nvPr/>
          </p:nvSpPr>
          <p:spPr>
            <a:xfrm flipH="false" flipV="false" rot="-24000">
              <a:off x="343877" y="290609"/>
              <a:ext cx="8763713" cy="18468782"/>
            </a:xfrm>
            <a:custGeom>
              <a:avLst/>
              <a:gdLst/>
              <a:ahLst/>
              <a:cxnLst/>
              <a:rect r="r" b="b" t="t" l="l"/>
              <a:pathLst>
                <a:path h="18468782" w="8763713">
                  <a:moveTo>
                    <a:pt x="7524406" y="18468754"/>
                  </a:moveTo>
                  <a:lnTo>
                    <a:pt x="1110681" y="18423977"/>
                  </a:lnTo>
                  <a:cubicBezTo>
                    <a:pt x="492968" y="18419664"/>
                    <a:pt x="-4284" y="17915419"/>
                    <a:pt x="28" y="17297707"/>
                  </a:cubicBezTo>
                  <a:lnTo>
                    <a:pt x="113037" y="1110681"/>
                  </a:lnTo>
                  <a:cubicBezTo>
                    <a:pt x="117349" y="492968"/>
                    <a:pt x="621594" y="-4285"/>
                    <a:pt x="1239307" y="28"/>
                  </a:cubicBezTo>
                  <a:lnTo>
                    <a:pt x="7653032" y="44805"/>
                  </a:lnTo>
                  <a:cubicBezTo>
                    <a:pt x="8270745" y="49117"/>
                    <a:pt x="8767997" y="553362"/>
                    <a:pt x="8763685" y="1171075"/>
                  </a:cubicBezTo>
                  <a:lnTo>
                    <a:pt x="8650676" y="17358101"/>
                  </a:lnTo>
                  <a:cubicBezTo>
                    <a:pt x="8646237" y="17975812"/>
                    <a:pt x="8142119" y="18473066"/>
                    <a:pt x="7524406" y="18468754"/>
                  </a:cubicBezTo>
                  <a:close/>
                </a:path>
              </a:pathLst>
            </a:custGeom>
            <a:blipFill>
              <a:blip r:embed="rId8"/>
              <a:stretch>
                <a:fillRect l="-147035" t="-9547" r="-107337" b="-13358"/>
              </a:stretch>
            </a:blipFill>
          </p:spPr>
        </p:sp>
        <p:sp>
          <p:nvSpPr>
            <p:cNvPr name="Freeform 18" id="18"/>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grpSp>
        <p:nvGrpSpPr>
          <p:cNvPr name="Group 19" id="19"/>
          <p:cNvGrpSpPr>
            <a:grpSpLocks noChangeAspect="true"/>
          </p:cNvGrpSpPr>
          <p:nvPr/>
        </p:nvGrpSpPr>
        <p:grpSpPr>
          <a:xfrm rot="0">
            <a:off x="9005538" y="5790685"/>
            <a:ext cx="2112594" cy="4253545"/>
            <a:chOff x="0" y="0"/>
            <a:chExt cx="9461500" cy="19050000"/>
          </a:xfrm>
        </p:grpSpPr>
        <p:sp>
          <p:nvSpPr>
            <p:cNvPr name="Freeform 20" id="20"/>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8"/>
              <a:stretch>
                <a:fillRect l="-23322" t="-11012" r="-234931" b="-12156"/>
              </a:stretch>
            </a:blipFill>
          </p:spPr>
        </p:sp>
        <p:sp>
          <p:nvSpPr>
            <p:cNvPr name="Freeform 21" id="21"/>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grpSp>
        <p:nvGrpSpPr>
          <p:cNvPr name="Group 22" id="22"/>
          <p:cNvGrpSpPr>
            <a:grpSpLocks noChangeAspect="true"/>
          </p:cNvGrpSpPr>
          <p:nvPr/>
        </p:nvGrpSpPr>
        <p:grpSpPr>
          <a:xfrm rot="0">
            <a:off x="11132020" y="1512928"/>
            <a:ext cx="2121750" cy="4271980"/>
            <a:chOff x="0" y="0"/>
            <a:chExt cx="9461500" cy="19050000"/>
          </a:xfrm>
        </p:grpSpPr>
        <p:sp>
          <p:nvSpPr>
            <p:cNvPr name="Freeform 23" id="23"/>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9"/>
              <a:stretch>
                <a:fillRect l="-28955" t="-15305" r="-440580" b="-10622"/>
              </a:stretch>
            </a:blipFill>
          </p:spPr>
        </p:sp>
        <p:sp>
          <p:nvSpPr>
            <p:cNvPr name="Freeform 24" id="24"/>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grpSp>
        <p:nvGrpSpPr>
          <p:cNvPr name="Group 25" id="25"/>
          <p:cNvGrpSpPr>
            <a:grpSpLocks noChangeAspect="true"/>
          </p:cNvGrpSpPr>
          <p:nvPr/>
        </p:nvGrpSpPr>
        <p:grpSpPr>
          <a:xfrm rot="0">
            <a:off x="2557596" y="1494497"/>
            <a:ext cx="2133773" cy="4296188"/>
            <a:chOff x="0" y="0"/>
            <a:chExt cx="9461500" cy="19050000"/>
          </a:xfrm>
        </p:grpSpPr>
        <p:sp>
          <p:nvSpPr>
            <p:cNvPr name="Freeform 26" id="26"/>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10"/>
              <a:stretch>
                <a:fillRect l="-35181" t="-12722" r="-339560" b="-10889"/>
              </a:stretch>
            </a:blipFill>
          </p:spPr>
        </p:sp>
        <p:sp>
          <p:nvSpPr>
            <p:cNvPr name="Freeform 27" id="27"/>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grpSp>
        <p:nvGrpSpPr>
          <p:cNvPr name="Group 28" id="28"/>
          <p:cNvGrpSpPr>
            <a:grpSpLocks noChangeAspect="true"/>
          </p:cNvGrpSpPr>
          <p:nvPr/>
        </p:nvGrpSpPr>
        <p:grpSpPr>
          <a:xfrm rot="0">
            <a:off x="423823" y="1494497"/>
            <a:ext cx="2133773" cy="4296188"/>
            <a:chOff x="0" y="0"/>
            <a:chExt cx="9461500" cy="19050000"/>
          </a:xfrm>
        </p:grpSpPr>
        <p:sp>
          <p:nvSpPr>
            <p:cNvPr name="Freeform 29" id="29"/>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10"/>
              <a:stretch>
                <a:fillRect l="-195866" t="-12898" r="-187018" b="-12833"/>
              </a:stretch>
            </a:blipFill>
          </p:spPr>
        </p:sp>
        <p:sp>
          <p:nvSpPr>
            <p:cNvPr name="Freeform 30" id="30"/>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grpSp>
        <p:nvGrpSpPr>
          <p:cNvPr name="Group 31" id="31"/>
          <p:cNvGrpSpPr>
            <a:grpSpLocks noChangeAspect="true"/>
          </p:cNvGrpSpPr>
          <p:nvPr/>
        </p:nvGrpSpPr>
        <p:grpSpPr>
          <a:xfrm rot="0">
            <a:off x="15432299" y="1494497"/>
            <a:ext cx="2142929" cy="4314623"/>
            <a:chOff x="0" y="0"/>
            <a:chExt cx="9461500" cy="19050000"/>
          </a:xfrm>
        </p:grpSpPr>
        <p:sp>
          <p:nvSpPr>
            <p:cNvPr name="Freeform 32" id="32"/>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11"/>
              <a:stretch>
                <a:fillRect l="0" t="-472" r="0" b="-3657"/>
              </a:stretch>
            </a:blipFill>
          </p:spPr>
        </p:sp>
        <p:sp>
          <p:nvSpPr>
            <p:cNvPr name="Freeform 33" id="33"/>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grpSp>
        <p:nvGrpSpPr>
          <p:cNvPr name="Group 34" id="34"/>
          <p:cNvGrpSpPr>
            <a:grpSpLocks noChangeAspect="true"/>
          </p:cNvGrpSpPr>
          <p:nvPr/>
        </p:nvGrpSpPr>
        <p:grpSpPr>
          <a:xfrm rot="0">
            <a:off x="13253770" y="1494497"/>
            <a:ext cx="2130904" cy="4290411"/>
            <a:chOff x="0" y="0"/>
            <a:chExt cx="9461500" cy="19050000"/>
          </a:xfrm>
        </p:grpSpPr>
        <p:sp>
          <p:nvSpPr>
            <p:cNvPr name="Freeform 35" id="35"/>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9"/>
              <a:stretch>
                <a:fillRect l="-284640" t="-13888" r="-175206" b="-9897"/>
              </a:stretch>
            </a:blipFill>
          </p:spPr>
        </p:sp>
        <p:sp>
          <p:nvSpPr>
            <p:cNvPr name="Freeform 36" id="36"/>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grpSp>
        <p:nvGrpSpPr>
          <p:cNvPr name="Group 37" id="37"/>
          <p:cNvGrpSpPr>
            <a:grpSpLocks noChangeAspect="true"/>
          </p:cNvGrpSpPr>
          <p:nvPr/>
        </p:nvGrpSpPr>
        <p:grpSpPr>
          <a:xfrm rot="0">
            <a:off x="6873412" y="1494497"/>
            <a:ext cx="2106993" cy="4242267"/>
            <a:chOff x="0" y="0"/>
            <a:chExt cx="9461500" cy="19050000"/>
          </a:xfrm>
        </p:grpSpPr>
        <p:sp>
          <p:nvSpPr>
            <p:cNvPr name="Freeform 38" id="38"/>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9"/>
              <a:stretch>
                <a:fillRect l="-149478" t="-15022" r="-309429" b="-8555"/>
              </a:stretch>
            </a:blipFill>
          </p:spPr>
        </p:sp>
        <p:sp>
          <p:nvSpPr>
            <p:cNvPr name="Freeform 39" id="39"/>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grpSp>
        <p:nvGrpSpPr>
          <p:cNvPr name="Group 40" id="40"/>
          <p:cNvGrpSpPr>
            <a:grpSpLocks noChangeAspect="true"/>
          </p:cNvGrpSpPr>
          <p:nvPr/>
        </p:nvGrpSpPr>
        <p:grpSpPr>
          <a:xfrm rot="0">
            <a:off x="4739639" y="1494497"/>
            <a:ext cx="2133773" cy="4296188"/>
            <a:chOff x="0" y="0"/>
            <a:chExt cx="9461500" cy="19050000"/>
          </a:xfrm>
        </p:grpSpPr>
        <p:sp>
          <p:nvSpPr>
            <p:cNvPr name="Freeform 41" id="41"/>
            <p:cNvSpPr/>
            <p:nvPr/>
          </p:nvSpPr>
          <p:spPr>
            <a:xfrm flipH="false" flipV="false" rot="0">
              <a:off x="400304" y="312801"/>
              <a:ext cx="8650859" cy="18424398"/>
            </a:xfrm>
            <a:custGeom>
              <a:avLst/>
              <a:gdLst/>
              <a:ahLst/>
              <a:cxnLst/>
              <a:rect r="r" b="b" t="t" l="l"/>
              <a:pathLst>
                <a:path h="18424398" w="8650859">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10"/>
              <a:stretch>
                <a:fillRect l="-245563" t="0" r="-38494" b="0"/>
              </a:stretch>
            </a:blipFill>
          </p:spPr>
        </p:sp>
        <p:sp>
          <p:nvSpPr>
            <p:cNvPr name="Freeform 42" id="42"/>
            <p:cNvSpPr/>
            <p:nvPr/>
          </p:nvSpPr>
          <p:spPr>
            <a:xfrm flipH="false" flipV="false" rot="0">
              <a:off x="0" y="0"/>
              <a:ext cx="9461500" cy="19050000"/>
            </a:xfrm>
            <a:custGeom>
              <a:avLst/>
              <a:gdLst/>
              <a:ahLst/>
              <a:cxnLst/>
              <a:rect r="r" b="b" t="t" l="l"/>
              <a:pathLst>
                <a:path h="19050000" w="9461500">
                  <a:moveTo>
                    <a:pt x="9461500" y="19050000"/>
                  </a:moveTo>
                  <a:lnTo>
                    <a:pt x="0" y="19050000"/>
                  </a:lnTo>
                  <a:lnTo>
                    <a:pt x="0" y="0"/>
                  </a:lnTo>
                  <a:lnTo>
                    <a:pt x="9461500" y="0"/>
                  </a:lnTo>
                  <a:lnTo>
                    <a:pt x="9461500" y="19050000"/>
                  </a:lnTo>
                  <a:close/>
                </a:path>
              </a:pathLst>
            </a:custGeom>
            <a:blipFill>
              <a:blip r:embed="rId6"/>
              <a:stretch>
                <a:fillRect l="-83" t="0" r="-83" b="0"/>
              </a:stretch>
            </a:blipFill>
          </p:spPr>
        </p:sp>
      </p:grpSp>
      <p:sp>
        <p:nvSpPr>
          <p:cNvPr name="TextBox 43" id="43"/>
          <p:cNvSpPr txBox="true"/>
          <p:nvPr/>
        </p:nvSpPr>
        <p:spPr>
          <a:xfrm rot="0">
            <a:off x="11943178" y="94850"/>
            <a:ext cx="6344822" cy="919408"/>
          </a:xfrm>
          <a:prstGeom prst="rect">
            <a:avLst/>
          </a:prstGeom>
        </p:spPr>
        <p:txBody>
          <a:bodyPr anchor="t" rtlCol="false" tIns="0" lIns="0" bIns="0" rIns="0">
            <a:spAutoFit/>
          </a:bodyPr>
          <a:lstStyle/>
          <a:p>
            <a:pPr algn="ctr">
              <a:lnSpc>
                <a:spcPts val="6289"/>
              </a:lnSpc>
            </a:pPr>
            <a:r>
              <a:rPr lang="en-US" sz="6988" b="true">
                <a:solidFill>
                  <a:srgbClr val="3C7FC0"/>
                </a:solidFill>
                <a:latin typeface="Poppins Bold"/>
                <a:ea typeface="Poppins Bold"/>
                <a:cs typeface="Poppins Bold"/>
                <a:sym typeface="Poppins Bold"/>
              </a:rPr>
              <a:t>UI UX Design</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3220277" y="361736"/>
            <a:ext cx="23430577" cy="12975952"/>
            <a:chOff x="0" y="0"/>
            <a:chExt cx="31240770" cy="17301270"/>
          </a:xfrm>
        </p:grpSpPr>
        <p:sp>
          <p:nvSpPr>
            <p:cNvPr name="Freeform 3" id="3"/>
            <p:cNvSpPr/>
            <p:nvPr/>
          </p:nvSpPr>
          <p:spPr>
            <a:xfrm flipH="false" flipV="false" rot="0">
              <a:off x="4006016" y="4418530"/>
              <a:ext cx="24712080" cy="7351844"/>
            </a:xfrm>
            <a:custGeom>
              <a:avLst/>
              <a:gdLst/>
              <a:ahLst/>
              <a:cxnLst/>
              <a:rect r="r" b="b" t="t" l="l"/>
              <a:pathLst>
                <a:path h="7351844" w="24712080">
                  <a:moveTo>
                    <a:pt x="0" y="0"/>
                  </a:moveTo>
                  <a:lnTo>
                    <a:pt x="24712079" y="0"/>
                  </a:lnTo>
                  <a:lnTo>
                    <a:pt x="24712079" y="7351844"/>
                  </a:lnTo>
                  <a:lnTo>
                    <a:pt x="0" y="73518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0"/>
              <a:ext cx="10542498" cy="4677035"/>
            </a:xfrm>
            <a:custGeom>
              <a:avLst/>
              <a:gdLst/>
              <a:ahLst/>
              <a:cxnLst/>
              <a:rect r="r" b="b" t="t" l="l"/>
              <a:pathLst>
                <a:path h="4677035" w="10542498">
                  <a:moveTo>
                    <a:pt x="0" y="0"/>
                  </a:moveTo>
                  <a:lnTo>
                    <a:pt x="10542498" y="0"/>
                  </a:lnTo>
                  <a:lnTo>
                    <a:pt x="10542498" y="4677035"/>
                  </a:lnTo>
                  <a:lnTo>
                    <a:pt x="0" y="4677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4577191" y="3120607"/>
              <a:ext cx="6663578" cy="2956206"/>
            </a:xfrm>
            <a:custGeom>
              <a:avLst/>
              <a:gdLst/>
              <a:ahLst/>
              <a:cxnLst/>
              <a:rect r="r" b="b" t="t" l="l"/>
              <a:pathLst>
                <a:path h="2956206" w="6663578">
                  <a:moveTo>
                    <a:pt x="0" y="0"/>
                  </a:moveTo>
                  <a:lnTo>
                    <a:pt x="6663579" y="0"/>
                  </a:lnTo>
                  <a:lnTo>
                    <a:pt x="6663579" y="2956205"/>
                  </a:lnTo>
                  <a:lnTo>
                    <a:pt x="0" y="2956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872157" y="8953854"/>
              <a:ext cx="24979797" cy="8347415"/>
            </a:xfrm>
            <a:custGeom>
              <a:avLst/>
              <a:gdLst/>
              <a:ahLst/>
              <a:cxnLst/>
              <a:rect r="r" b="b" t="t" l="l"/>
              <a:pathLst>
                <a:path h="8347415" w="24979797">
                  <a:moveTo>
                    <a:pt x="0" y="0"/>
                  </a:moveTo>
                  <a:lnTo>
                    <a:pt x="24979797" y="0"/>
                  </a:lnTo>
                  <a:lnTo>
                    <a:pt x="24979797" y="8347416"/>
                  </a:lnTo>
                  <a:lnTo>
                    <a:pt x="0" y="8347416"/>
                  </a:lnTo>
                  <a:lnTo>
                    <a:pt x="0" y="0"/>
                  </a:lnTo>
                  <a:close/>
                </a:path>
              </a:pathLst>
            </a:custGeom>
            <a:blipFill>
              <a:blip r:embed="rId6"/>
              <a:stretch>
                <a:fillRect l="0" t="0" r="0" b="0"/>
              </a:stretch>
            </a:blipFill>
          </p:spPr>
        </p:sp>
        <p:sp>
          <p:nvSpPr>
            <p:cNvPr name="Freeform 7" id="7"/>
            <p:cNvSpPr/>
            <p:nvPr/>
          </p:nvSpPr>
          <p:spPr>
            <a:xfrm flipH="false" flipV="false" rot="0">
              <a:off x="9397406" y="4418530"/>
              <a:ext cx="3322142" cy="7550324"/>
            </a:xfrm>
            <a:custGeom>
              <a:avLst/>
              <a:gdLst/>
              <a:ahLst/>
              <a:cxnLst/>
              <a:rect r="r" b="b" t="t" l="l"/>
              <a:pathLst>
                <a:path h="7550324" w="3322142">
                  <a:moveTo>
                    <a:pt x="0" y="0"/>
                  </a:moveTo>
                  <a:lnTo>
                    <a:pt x="3322143" y="0"/>
                  </a:lnTo>
                  <a:lnTo>
                    <a:pt x="3322143" y="7550324"/>
                  </a:lnTo>
                  <a:lnTo>
                    <a:pt x="0" y="75503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4997931" y="7337068"/>
              <a:ext cx="3505374" cy="5400436"/>
            </a:xfrm>
            <a:custGeom>
              <a:avLst/>
              <a:gdLst/>
              <a:ahLst/>
              <a:cxnLst/>
              <a:rect r="r" b="b" t="t" l="l"/>
              <a:pathLst>
                <a:path h="5400436" w="3505374">
                  <a:moveTo>
                    <a:pt x="0" y="0"/>
                  </a:moveTo>
                  <a:lnTo>
                    <a:pt x="3505374" y="0"/>
                  </a:lnTo>
                  <a:lnTo>
                    <a:pt x="3505374" y="5400436"/>
                  </a:lnTo>
                  <a:lnTo>
                    <a:pt x="0" y="54004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23268397" y="5476479"/>
              <a:ext cx="5115299" cy="7177077"/>
            </a:xfrm>
            <a:custGeom>
              <a:avLst/>
              <a:gdLst/>
              <a:ahLst/>
              <a:cxnLst/>
              <a:rect r="r" b="b" t="t" l="l"/>
              <a:pathLst>
                <a:path h="7177077" w="5115299">
                  <a:moveTo>
                    <a:pt x="0" y="0"/>
                  </a:moveTo>
                  <a:lnTo>
                    <a:pt x="5115298" y="0"/>
                  </a:lnTo>
                  <a:lnTo>
                    <a:pt x="5115298" y="7177077"/>
                  </a:lnTo>
                  <a:lnTo>
                    <a:pt x="0" y="71770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0" id="10"/>
          <p:cNvGrpSpPr/>
          <p:nvPr/>
        </p:nvGrpSpPr>
        <p:grpSpPr>
          <a:xfrm rot="0">
            <a:off x="0" y="0"/>
            <a:ext cx="18288000" cy="10287000"/>
            <a:chOff x="0" y="0"/>
            <a:chExt cx="4816593" cy="2709333"/>
          </a:xfrm>
        </p:grpSpPr>
        <p:sp>
          <p:nvSpPr>
            <p:cNvPr name="Freeform 11" id="11"/>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alpha val="80000"/>
              </a:srgbClr>
            </a:solidFill>
          </p:spPr>
        </p:sp>
        <p:sp>
          <p:nvSpPr>
            <p:cNvPr name="TextBox 12" id="12"/>
            <p:cNvSpPr txBox="true"/>
            <p:nvPr/>
          </p:nvSpPr>
          <p:spPr>
            <a:xfrm>
              <a:off x="0" y="-66675"/>
              <a:ext cx="4816593" cy="2776008"/>
            </a:xfrm>
            <a:prstGeom prst="rect">
              <a:avLst/>
            </a:prstGeom>
          </p:spPr>
          <p:txBody>
            <a:bodyPr anchor="ctr" rtlCol="false" tIns="50800" lIns="50800" bIns="50800" rIns="50800"/>
            <a:lstStyle/>
            <a:p>
              <a:pPr algn="ctr">
                <a:lnSpc>
                  <a:spcPts val="3381"/>
                </a:lnSpc>
              </a:pPr>
            </a:p>
          </p:txBody>
        </p:sp>
      </p:grpSp>
      <p:graphicFrame>
        <p:nvGraphicFramePr>
          <p:cNvPr name="Table 13" id="13"/>
          <p:cNvGraphicFramePr>
            <a:graphicFrameLocks noGrp="true"/>
          </p:cNvGraphicFramePr>
          <p:nvPr/>
        </p:nvGraphicFramePr>
        <p:xfrm>
          <a:off x="1028700" y="1899643"/>
          <a:ext cx="8420365" cy="7972425"/>
        </p:xfrm>
        <a:graphic>
          <a:graphicData uri="http://schemas.openxmlformats.org/drawingml/2006/table">
            <a:tbl>
              <a:tblPr/>
              <a:tblGrid>
                <a:gridCol w="2806788"/>
                <a:gridCol w="2806788"/>
                <a:gridCol w="2806788"/>
              </a:tblGrid>
              <a:tr h="957074">
                <a:tc>
                  <a:txBody>
                    <a:bodyPr anchor="t" rtlCol="false"/>
                    <a:lstStyle/>
                    <a:p>
                      <a:pPr algn="ctr">
                        <a:lnSpc>
                          <a:spcPts val="2520"/>
                        </a:lnSpc>
                        <a:defRPr/>
                      </a:pPr>
                      <a:r>
                        <a:rPr lang="en-US" sz="1800" b="true">
                          <a:solidFill>
                            <a:srgbClr val="000000"/>
                          </a:solidFill>
                          <a:latin typeface="Poppins Bold"/>
                          <a:ea typeface="Poppins Bold"/>
                          <a:cs typeface="Poppins Bold"/>
                          <a:sym typeface="Poppins Bold"/>
                        </a:rPr>
                        <a:t>KOMPONEN</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2520"/>
                        </a:lnSpc>
                        <a:defRPr/>
                      </a:pPr>
                      <a:r>
                        <a:rPr lang="en-US" sz="1800" b="true">
                          <a:solidFill>
                            <a:srgbClr val="000000"/>
                          </a:solidFill>
                          <a:latin typeface="Poppins Bold"/>
                          <a:ea typeface="Poppins Bold"/>
                          <a:cs typeface="Poppins Bold"/>
                          <a:sym typeface="Poppins Bold"/>
                        </a:rPr>
                        <a:t>PIN KOMPONEN</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2520"/>
                        </a:lnSpc>
                        <a:defRPr/>
                      </a:pPr>
                      <a:r>
                        <a:rPr lang="en-US" sz="1800" b="true">
                          <a:solidFill>
                            <a:srgbClr val="000000"/>
                          </a:solidFill>
                          <a:latin typeface="Poppins Bold"/>
                          <a:ea typeface="Poppins Bold"/>
                          <a:cs typeface="Poppins Bold"/>
                          <a:sym typeface="Poppins Bold"/>
                        </a:rPr>
                        <a:t>PIN ATmega2560 (Arduino Mega)</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r>
              <a:tr h="1272908">
                <a:tc>
                  <a:txBody>
                    <a:bodyPr anchor="t" rtlCol="false"/>
                    <a:lstStyle/>
                    <a:p>
                      <a:pPr algn="ctr">
                        <a:lnSpc>
                          <a:spcPts val="2520"/>
                        </a:lnSpc>
                        <a:defRPr/>
                      </a:pPr>
                      <a:r>
                        <a:rPr lang="en-US" sz="1800">
                          <a:solidFill>
                            <a:srgbClr val="000000"/>
                          </a:solidFill>
                          <a:latin typeface="Poppins"/>
                          <a:ea typeface="Poppins"/>
                          <a:cs typeface="Poppins"/>
                          <a:sym typeface="Poppins"/>
                        </a:rPr>
                        <a:t>HC-SR04</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TRIG</a:t>
                      </a:r>
                      <a:endParaRPr lang="en-US" sz="1100"/>
                    </a:p>
                    <a:p>
                      <a:pPr algn="ctr">
                        <a:lnSpc>
                          <a:spcPts val="2520"/>
                        </a:lnSpc>
                      </a:pPr>
                    </a:p>
                    <a:p>
                      <a:pPr algn="ctr">
                        <a:lnSpc>
                          <a:spcPts val="2520"/>
                        </a:lnSpc>
                      </a:pPr>
                      <a:r>
                        <a:rPr lang="en-US" sz="1800">
                          <a:solidFill>
                            <a:srgbClr val="000000"/>
                          </a:solidFill>
                          <a:latin typeface="Poppins"/>
                          <a:ea typeface="Poppins"/>
                          <a:cs typeface="Poppins"/>
                          <a:sym typeface="Poppins"/>
                        </a:rPr>
                        <a:t>ECHO</a:t>
                      </a:r>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22</a:t>
                      </a:r>
                      <a:endParaRPr lang="en-US" sz="1100"/>
                    </a:p>
                    <a:p>
                      <a:pPr algn="ctr">
                        <a:lnSpc>
                          <a:spcPts val="2520"/>
                        </a:lnSpc>
                      </a:pPr>
                    </a:p>
                    <a:p>
                      <a:pPr algn="ctr">
                        <a:lnSpc>
                          <a:spcPts val="2520"/>
                        </a:lnSpc>
                      </a:pPr>
                      <a:r>
                        <a:rPr lang="en-US" sz="1800">
                          <a:solidFill>
                            <a:srgbClr val="000000"/>
                          </a:solidFill>
                          <a:latin typeface="Poppins"/>
                          <a:ea typeface="Poppins"/>
                          <a:cs typeface="Poppins"/>
                          <a:sym typeface="Poppins"/>
                        </a:rPr>
                        <a:t>23</a:t>
                      </a:r>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r>
              <a:tr h="957074">
                <a:tc>
                  <a:txBody>
                    <a:bodyPr anchor="t" rtlCol="false"/>
                    <a:lstStyle/>
                    <a:p>
                      <a:pPr algn="ctr">
                        <a:lnSpc>
                          <a:spcPts val="2520"/>
                        </a:lnSpc>
                        <a:defRPr/>
                      </a:pPr>
                      <a:r>
                        <a:rPr lang="en-US" sz="1800">
                          <a:solidFill>
                            <a:srgbClr val="000000"/>
                          </a:solidFill>
                          <a:latin typeface="Poppins"/>
                          <a:ea typeface="Poppins"/>
                          <a:cs typeface="Poppins"/>
                          <a:sym typeface="Poppins"/>
                        </a:rPr>
                        <a:t>Rain Sensor (Simulasi: Potensio)</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SIG / AO</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A0</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r>
              <a:tr h="1272908">
                <a:tc>
                  <a:txBody>
                    <a:bodyPr anchor="t" rtlCol="false"/>
                    <a:lstStyle/>
                    <a:p>
                      <a:pPr algn="ctr">
                        <a:lnSpc>
                          <a:spcPts val="2520"/>
                        </a:lnSpc>
                        <a:defRPr/>
                      </a:pPr>
                      <a:r>
                        <a:rPr lang="en-US" sz="1800">
                          <a:solidFill>
                            <a:srgbClr val="000000"/>
                          </a:solidFill>
                          <a:latin typeface="Poppins"/>
                          <a:ea typeface="Poppins"/>
                          <a:cs typeface="Poppins"/>
                          <a:sym typeface="Poppins"/>
                        </a:rPr>
                        <a:t>MPU-6050 (Gyroscope)</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SDA</a:t>
                      </a:r>
                      <a:endParaRPr lang="en-US" sz="1100"/>
                    </a:p>
                    <a:p>
                      <a:pPr algn="ctr">
                        <a:lnSpc>
                          <a:spcPts val="2520"/>
                        </a:lnSpc>
                      </a:pPr>
                    </a:p>
                    <a:p>
                      <a:pPr algn="ctr">
                        <a:lnSpc>
                          <a:spcPts val="2520"/>
                        </a:lnSpc>
                      </a:pPr>
                      <a:r>
                        <a:rPr lang="en-US" sz="1800">
                          <a:solidFill>
                            <a:srgbClr val="000000"/>
                          </a:solidFill>
                          <a:latin typeface="Poppins"/>
                          <a:ea typeface="Poppins"/>
                          <a:cs typeface="Poppins"/>
                          <a:sym typeface="Poppins"/>
                        </a:rPr>
                        <a:t>SCL</a:t>
                      </a:r>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20 (SDA)</a:t>
                      </a:r>
                      <a:endParaRPr lang="en-US" sz="1100"/>
                    </a:p>
                    <a:p>
                      <a:pPr algn="ctr">
                        <a:lnSpc>
                          <a:spcPts val="2520"/>
                        </a:lnSpc>
                      </a:pPr>
                    </a:p>
                    <a:p>
                      <a:pPr algn="ctr">
                        <a:lnSpc>
                          <a:spcPts val="2520"/>
                        </a:lnSpc>
                      </a:pPr>
                      <a:r>
                        <a:rPr lang="en-US" sz="1800">
                          <a:solidFill>
                            <a:srgbClr val="000000"/>
                          </a:solidFill>
                          <a:latin typeface="Poppins"/>
                          <a:ea typeface="Poppins"/>
                          <a:cs typeface="Poppins"/>
                          <a:sym typeface="Poppins"/>
                        </a:rPr>
                        <a:t>21 (SCL)</a:t>
                      </a:r>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r>
              <a:tr h="641239">
                <a:tc>
                  <a:txBody>
                    <a:bodyPr anchor="t" rtlCol="false"/>
                    <a:lstStyle/>
                    <a:p>
                      <a:pPr algn="ctr">
                        <a:lnSpc>
                          <a:spcPts val="2520"/>
                        </a:lnSpc>
                        <a:defRPr/>
                      </a:pPr>
                      <a:r>
                        <a:rPr lang="en-US" sz="1800">
                          <a:solidFill>
                            <a:srgbClr val="000000"/>
                          </a:solidFill>
                          <a:latin typeface="Poppins"/>
                          <a:ea typeface="Poppins"/>
                          <a:cs typeface="Poppins"/>
                          <a:sym typeface="Poppins"/>
                        </a:rPr>
                        <a:t>Panic Button</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Out / Kaki 1</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2 (INT0)</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r>
              <a:tr h="957074">
                <a:tc>
                  <a:txBody>
                    <a:bodyPr anchor="t" rtlCol="false"/>
                    <a:lstStyle/>
                    <a:p>
                      <a:pPr algn="ctr">
                        <a:lnSpc>
                          <a:spcPts val="2520"/>
                        </a:lnSpc>
                        <a:defRPr/>
                      </a:pPr>
                      <a:r>
                        <a:rPr lang="en-US" sz="1800">
                          <a:solidFill>
                            <a:srgbClr val="000000"/>
                          </a:solidFill>
                          <a:latin typeface="Poppins"/>
                          <a:ea typeface="Poppins"/>
                          <a:cs typeface="Poppins"/>
                          <a:sym typeface="Poppins"/>
                        </a:rPr>
                        <a:t>Motor Vibrator (Simulasi: LED)</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Anoda (+)</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7 (PWM)</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r>
              <a:tr h="641239">
                <a:tc>
                  <a:txBody>
                    <a:bodyPr anchor="t" rtlCol="false"/>
                    <a:lstStyle/>
                    <a:p>
                      <a:pPr algn="ctr">
                        <a:lnSpc>
                          <a:spcPts val="2520"/>
                        </a:lnSpc>
                        <a:defRPr/>
                      </a:pPr>
                      <a:r>
                        <a:rPr lang="en-US" sz="1800">
                          <a:solidFill>
                            <a:srgbClr val="000000"/>
                          </a:solidFill>
                          <a:latin typeface="Poppins"/>
                          <a:ea typeface="Poppins"/>
                          <a:cs typeface="Poppins"/>
                          <a:sym typeface="Poppins"/>
                        </a:rPr>
                        <a:t>Buzzer</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Positif (+)</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6 (PWM)</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r>
              <a:tr h="1272908">
                <a:tc>
                  <a:txBody>
                    <a:bodyPr anchor="t" rtlCol="false"/>
                    <a:lstStyle/>
                    <a:p>
                      <a:pPr algn="ctr">
                        <a:lnSpc>
                          <a:spcPts val="2520"/>
                        </a:lnSpc>
                        <a:defRPr/>
                      </a:pPr>
                      <a:r>
                        <a:rPr lang="en-US" sz="1800">
                          <a:solidFill>
                            <a:srgbClr val="000000"/>
                          </a:solidFill>
                          <a:latin typeface="Poppins"/>
                          <a:ea typeface="Poppins"/>
                          <a:cs typeface="Poppins"/>
                          <a:sym typeface="Poppins"/>
                        </a:rPr>
                        <a:t>SIM800l</a:t>
                      </a:r>
                      <a:endParaRPr lang="en-US" sz="1100"/>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TX</a:t>
                      </a:r>
                      <a:endParaRPr lang="en-US" sz="1100"/>
                    </a:p>
                    <a:p>
                      <a:pPr algn="ctr">
                        <a:lnSpc>
                          <a:spcPts val="2520"/>
                        </a:lnSpc>
                      </a:pPr>
                    </a:p>
                    <a:p>
                      <a:pPr algn="ctr">
                        <a:lnSpc>
                          <a:spcPts val="2520"/>
                        </a:lnSpc>
                      </a:pPr>
                      <a:r>
                        <a:rPr lang="en-US" sz="1800">
                          <a:solidFill>
                            <a:srgbClr val="000000"/>
                          </a:solidFill>
                          <a:latin typeface="Poppins"/>
                          <a:ea typeface="Poppins"/>
                          <a:cs typeface="Poppins"/>
                          <a:sym typeface="Poppins"/>
                        </a:rPr>
                        <a:t>R</a:t>
                      </a:r>
                      <a:r>
                        <a:rPr lang="en-US" sz="1800">
                          <a:solidFill>
                            <a:srgbClr val="000000"/>
                          </a:solidFill>
                          <a:latin typeface="Poppins"/>
                          <a:ea typeface="Poppins"/>
                          <a:cs typeface="Poppins"/>
                          <a:sym typeface="Poppins"/>
                        </a:rPr>
                        <a:t>X</a:t>
                      </a:r>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1800">
                          <a:solidFill>
                            <a:srgbClr val="000000"/>
                          </a:solidFill>
                          <a:latin typeface="Poppins"/>
                          <a:ea typeface="Poppins"/>
                          <a:cs typeface="Poppins"/>
                          <a:sym typeface="Poppins"/>
                        </a:rPr>
                        <a:t>18 (TX1)</a:t>
                      </a:r>
                      <a:endParaRPr lang="en-US" sz="1100"/>
                    </a:p>
                    <a:p>
                      <a:pPr algn="ctr">
                        <a:lnSpc>
                          <a:spcPts val="2520"/>
                        </a:lnSpc>
                      </a:pPr>
                    </a:p>
                    <a:p>
                      <a:pPr algn="ctr">
                        <a:lnSpc>
                          <a:spcPts val="2520"/>
                        </a:lnSpc>
                      </a:pPr>
                      <a:r>
                        <a:rPr lang="en-US" sz="1800">
                          <a:solidFill>
                            <a:srgbClr val="000000"/>
                          </a:solidFill>
                          <a:latin typeface="Poppins"/>
                          <a:ea typeface="Poppins"/>
                          <a:cs typeface="Poppins"/>
                          <a:sym typeface="Poppins"/>
                        </a:rPr>
                        <a:t>19 (RX1)</a:t>
                      </a:r>
                    </a:p>
                  </a:txBody>
                  <a:tcPr marL="76200" marR="76200" marT="76200" marB="762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FFFFFF"/>
                    </a:solidFill>
                  </a:tcPr>
                </a:tc>
              </a:tr>
            </a:tbl>
          </a:graphicData>
        </a:graphic>
      </p:graphicFrame>
      <p:graphicFrame>
        <p:nvGraphicFramePr>
          <p:cNvPr name="Table 14" id="14"/>
          <p:cNvGraphicFramePr>
            <a:graphicFrameLocks noGrp="true"/>
          </p:cNvGraphicFramePr>
          <p:nvPr/>
        </p:nvGraphicFramePr>
        <p:xfrm>
          <a:off x="9781870" y="1899643"/>
          <a:ext cx="8112085" cy="7981950"/>
        </p:xfrm>
        <a:graphic>
          <a:graphicData uri="http://schemas.openxmlformats.org/drawingml/2006/table">
            <a:tbl>
              <a:tblPr/>
              <a:tblGrid>
                <a:gridCol w="2704028"/>
                <a:gridCol w="2704028"/>
                <a:gridCol w="2704028"/>
              </a:tblGrid>
              <a:tr h="507246">
                <a:tc>
                  <a:txBody>
                    <a:bodyPr anchor="t" rtlCol="false"/>
                    <a:lstStyle/>
                    <a:p>
                      <a:pPr algn="ctr">
                        <a:lnSpc>
                          <a:spcPts val="2520"/>
                        </a:lnSpc>
                        <a:defRPr/>
                      </a:pPr>
                      <a:r>
                        <a:rPr lang="en-US" sz="1800" b="true">
                          <a:solidFill>
                            <a:srgbClr val="000000"/>
                          </a:solidFill>
                          <a:latin typeface="Poppins Bold"/>
                          <a:ea typeface="Poppins Bold"/>
                          <a:cs typeface="Poppins Bold"/>
                          <a:sym typeface="Poppins Bold"/>
                        </a:rPr>
                        <a:t>KOMPONEN</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2520"/>
                        </a:lnSpc>
                        <a:defRPr/>
                      </a:pPr>
                      <a:r>
                        <a:rPr lang="en-US" sz="1800" b="true">
                          <a:solidFill>
                            <a:srgbClr val="000000"/>
                          </a:solidFill>
                          <a:latin typeface="Poppins Bold"/>
                          <a:ea typeface="Poppins Bold"/>
                          <a:cs typeface="Poppins Bold"/>
                          <a:sym typeface="Poppins Bold"/>
                        </a:rPr>
                        <a:t>JUMLAH</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c>
                  <a:txBody>
                    <a:bodyPr anchor="t" rtlCol="false"/>
                    <a:lstStyle/>
                    <a:p>
                      <a:pPr algn="ctr">
                        <a:lnSpc>
                          <a:spcPts val="2520"/>
                        </a:lnSpc>
                        <a:defRPr/>
                      </a:pPr>
                      <a:r>
                        <a:rPr lang="en-US" sz="1800" b="true">
                          <a:solidFill>
                            <a:srgbClr val="000000"/>
                          </a:solidFill>
                          <a:latin typeface="Poppins Bold"/>
                          <a:ea typeface="Poppins Bold"/>
                          <a:cs typeface="Poppins Bold"/>
                          <a:sym typeface="Poppins Bold"/>
                        </a:rPr>
                        <a:t>HARGA</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CDD6FF"/>
                    </a:solidFill>
                  </a:tcPr>
                </a:tc>
              </a:tr>
              <a:tr h="507246">
                <a:tc>
                  <a:txBody>
                    <a:bodyPr anchor="t" rtlCol="false"/>
                    <a:lstStyle/>
                    <a:p>
                      <a:pPr algn="ctr">
                        <a:lnSpc>
                          <a:spcPts val="2520"/>
                        </a:lnSpc>
                        <a:defRPr/>
                      </a:pPr>
                      <a:r>
                        <a:rPr lang="en-US" sz="1800">
                          <a:solidFill>
                            <a:srgbClr val="000000"/>
                          </a:solidFill>
                          <a:latin typeface="Poppins"/>
                          <a:ea typeface="Poppins"/>
                          <a:cs typeface="Poppins"/>
                          <a:sym typeface="Poppins"/>
                        </a:rPr>
                        <a:t>Arduino Mega 2560 </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1</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Rp170.000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23079">
                <a:tc>
                  <a:txBody>
                    <a:bodyPr anchor="t" rtlCol="false"/>
                    <a:lstStyle/>
                    <a:p>
                      <a:pPr algn="ctr">
                        <a:lnSpc>
                          <a:spcPts val="2520"/>
                        </a:lnSpc>
                        <a:defRPr/>
                      </a:pPr>
                      <a:r>
                        <a:rPr lang="en-US" sz="1800">
                          <a:solidFill>
                            <a:srgbClr val="000000"/>
                          </a:solidFill>
                          <a:latin typeface="Poppins"/>
                          <a:ea typeface="Poppins"/>
                          <a:cs typeface="Poppins"/>
                          <a:sym typeface="Poppins"/>
                        </a:rPr>
                        <a:t>Sensor Ultrasonik HC-SR04</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1</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Rp18.000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23079">
                <a:tc>
                  <a:txBody>
                    <a:bodyPr anchor="t" rtlCol="false"/>
                    <a:lstStyle/>
                    <a:p>
                      <a:pPr algn="ctr">
                        <a:lnSpc>
                          <a:spcPts val="2520"/>
                        </a:lnSpc>
                        <a:defRPr/>
                      </a:pPr>
                      <a:r>
                        <a:rPr lang="en-US" sz="1800">
                          <a:solidFill>
                            <a:srgbClr val="000000"/>
                          </a:solidFill>
                          <a:latin typeface="Poppins"/>
                          <a:ea typeface="Poppins"/>
                          <a:cs typeface="Poppins"/>
                          <a:sym typeface="Poppins"/>
                        </a:rPr>
                        <a:t>Modul Sensor Hujan (Rain Sensor)</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1</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Rp18.000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23079">
                <a:tc>
                  <a:txBody>
                    <a:bodyPr anchor="t" rtlCol="false"/>
                    <a:lstStyle/>
                    <a:p>
                      <a:pPr algn="ctr">
                        <a:lnSpc>
                          <a:spcPts val="2520"/>
                        </a:lnSpc>
                        <a:defRPr/>
                      </a:pPr>
                      <a:r>
                        <a:rPr lang="en-US" sz="1800">
                          <a:solidFill>
                            <a:srgbClr val="000000"/>
                          </a:solidFill>
                          <a:latin typeface="Poppins"/>
                          <a:ea typeface="Poppins"/>
                          <a:cs typeface="Poppins"/>
                          <a:sym typeface="Poppins"/>
                        </a:rPr>
                        <a:t>Sensor Gyroscope MPU-6050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1</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Rp30.000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507246">
                <a:tc>
                  <a:txBody>
                    <a:bodyPr anchor="t" rtlCol="false"/>
                    <a:lstStyle/>
                    <a:p>
                      <a:pPr algn="ctr">
                        <a:lnSpc>
                          <a:spcPts val="2520"/>
                        </a:lnSpc>
                        <a:defRPr/>
                      </a:pPr>
                      <a:r>
                        <a:rPr lang="en-US" sz="1800">
                          <a:solidFill>
                            <a:srgbClr val="000000"/>
                          </a:solidFill>
                          <a:latin typeface="Poppins"/>
                          <a:ea typeface="Poppins"/>
                          <a:cs typeface="Poppins"/>
                          <a:sym typeface="Poppins"/>
                        </a:rPr>
                        <a:t>SIM800L</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1</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Rp70.000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23079">
                <a:tc>
                  <a:txBody>
                    <a:bodyPr anchor="t" rtlCol="false"/>
                    <a:lstStyle/>
                    <a:p>
                      <a:pPr algn="ctr">
                        <a:lnSpc>
                          <a:spcPts val="2520"/>
                        </a:lnSpc>
                        <a:defRPr/>
                      </a:pPr>
                      <a:r>
                        <a:rPr lang="en-US" sz="1800">
                          <a:solidFill>
                            <a:srgbClr val="000000"/>
                          </a:solidFill>
                          <a:latin typeface="Poppins"/>
                          <a:ea typeface="Poppins"/>
                          <a:cs typeface="Poppins"/>
                          <a:sym typeface="Poppins"/>
                        </a:rPr>
                        <a:t>Mini Push Button (Panic)</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1</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Rp1.000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507246">
                <a:tc>
                  <a:txBody>
                    <a:bodyPr anchor="t" rtlCol="false"/>
                    <a:lstStyle/>
                    <a:p>
                      <a:pPr algn="ctr">
                        <a:lnSpc>
                          <a:spcPts val="2520"/>
                        </a:lnSpc>
                        <a:defRPr/>
                      </a:pPr>
                      <a:r>
                        <a:rPr lang="en-US" sz="1800">
                          <a:solidFill>
                            <a:srgbClr val="000000"/>
                          </a:solidFill>
                          <a:latin typeface="Poppins"/>
                          <a:ea typeface="Poppins"/>
                          <a:cs typeface="Poppins"/>
                          <a:sym typeface="Poppins"/>
                        </a:rPr>
                        <a:t>Active Buzzer 5V</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1</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Rp3.000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23079">
                <a:tc>
                  <a:txBody>
                    <a:bodyPr anchor="t" rtlCol="false"/>
                    <a:lstStyle/>
                    <a:p>
                      <a:pPr algn="ctr">
                        <a:lnSpc>
                          <a:spcPts val="2520"/>
                        </a:lnSpc>
                        <a:defRPr/>
                      </a:pPr>
                      <a:r>
                        <a:rPr lang="en-US" sz="1800">
                          <a:solidFill>
                            <a:srgbClr val="000000"/>
                          </a:solidFill>
                          <a:latin typeface="Poppins"/>
                          <a:ea typeface="Poppins"/>
                          <a:cs typeface="Poppins"/>
                          <a:sym typeface="Poppins"/>
                        </a:rPr>
                        <a:t>Coin Vibration Motor 5V</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1</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Rp5.000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507246">
                <a:tc>
                  <a:txBody>
                    <a:bodyPr anchor="t" rtlCol="false"/>
                    <a:lstStyle/>
                    <a:p>
                      <a:pPr algn="ctr">
                        <a:lnSpc>
                          <a:spcPts val="2520"/>
                        </a:lnSpc>
                        <a:defRPr/>
                      </a:pPr>
                      <a:r>
                        <a:rPr lang="en-US" sz="1800">
                          <a:solidFill>
                            <a:srgbClr val="000000"/>
                          </a:solidFill>
                          <a:latin typeface="Poppins"/>
                          <a:ea typeface="Poppins"/>
                          <a:cs typeface="Poppins"/>
                          <a:sym typeface="Poppins"/>
                        </a:rPr>
                        <a:t>Baterai 18650 &amp; Holder</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1</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Rp40.000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23079">
                <a:tc>
                  <a:txBody>
                    <a:bodyPr anchor="t" rtlCol="false"/>
                    <a:lstStyle/>
                    <a:p>
                      <a:pPr algn="ctr">
                        <a:lnSpc>
                          <a:spcPts val="2520"/>
                        </a:lnSpc>
                        <a:defRPr/>
                      </a:pPr>
                      <a:r>
                        <a:rPr lang="en-US" sz="1800">
                          <a:solidFill>
                            <a:srgbClr val="000000"/>
                          </a:solidFill>
                          <a:latin typeface="Poppins"/>
                          <a:ea typeface="Poppins"/>
                          <a:cs typeface="Poppins"/>
                          <a:sym typeface="Poppins"/>
                        </a:rPr>
                        <a:t>Kabel Jumper, PCB Bolong dan lain lain</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1</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Rp25.000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507246">
                <a:tc>
                  <a:txBody>
                    <a:bodyPr anchor="t" rtlCol="false"/>
                    <a:lstStyle/>
                    <a:p>
                      <a:pPr algn="ctr">
                        <a:lnSpc>
                          <a:spcPts val="2520"/>
                        </a:lnSpc>
                        <a:defRPr/>
                      </a:pPr>
                      <a:r>
                        <a:rPr lang="en-US" sz="1800">
                          <a:solidFill>
                            <a:srgbClr val="000000"/>
                          </a:solidFill>
                          <a:latin typeface="Poppins"/>
                          <a:ea typeface="Poppins"/>
                          <a:cs typeface="Poppins"/>
                          <a:sym typeface="Poppins"/>
                        </a:rPr>
                        <a:t> </a:t>
                      </a:r>
                      <a:r>
                        <a:rPr lang="en-US" sz="1800" b="true">
                          <a:solidFill>
                            <a:srgbClr val="000000"/>
                          </a:solidFill>
                          <a:latin typeface="Poppins Bold"/>
                          <a:ea typeface="Poppins Bold"/>
                          <a:cs typeface="Poppins Bold"/>
                          <a:sym typeface="Poppins Bold"/>
                        </a:rPr>
                        <a:t>Total  </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10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Poppins"/>
                          <a:ea typeface="Poppins"/>
                          <a:cs typeface="Poppins"/>
                          <a:sym typeface="Poppins"/>
                        </a:rPr>
                        <a:t>Rp380.000</a:t>
                      </a:r>
                      <a:endParaRPr lang="en-US" sz="1100"/>
                    </a:p>
                  </a:txBody>
                  <a:tcPr marL="9525" marR="9525" marT="9525" marB="9525"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grpSp>
        <p:nvGrpSpPr>
          <p:cNvPr name="Group 15" id="15"/>
          <p:cNvGrpSpPr/>
          <p:nvPr/>
        </p:nvGrpSpPr>
        <p:grpSpPr>
          <a:xfrm rot="0">
            <a:off x="872926" y="160868"/>
            <a:ext cx="3356442" cy="1011775"/>
            <a:chOff x="0" y="0"/>
            <a:chExt cx="4475256" cy="1349034"/>
          </a:xfrm>
        </p:grpSpPr>
        <p:grpSp>
          <p:nvGrpSpPr>
            <p:cNvPr name="Group 16" id="16"/>
            <p:cNvGrpSpPr/>
            <p:nvPr/>
          </p:nvGrpSpPr>
          <p:grpSpPr>
            <a:xfrm rot="0">
              <a:off x="3126222" y="0"/>
              <a:ext cx="1349034" cy="134903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46637" t="-2776" r="-45081" b="-1710"/>
                </a:stretch>
              </a:blipFill>
            </p:spPr>
          </p:sp>
        </p:grpSp>
        <p:sp>
          <p:nvSpPr>
            <p:cNvPr name="Freeform 18" id="18"/>
            <p:cNvSpPr/>
            <p:nvPr/>
          </p:nvSpPr>
          <p:spPr>
            <a:xfrm flipH="false" flipV="false" rot="0">
              <a:off x="1616778" y="0"/>
              <a:ext cx="1282188" cy="1307284"/>
            </a:xfrm>
            <a:custGeom>
              <a:avLst/>
              <a:gdLst/>
              <a:ahLst/>
              <a:cxnLst/>
              <a:rect r="r" b="b" t="t" l="l"/>
              <a:pathLst>
                <a:path h="1307284" w="1282188">
                  <a:moveTo>
                    <a:pt x="0" y="0"/>
                  </a:moveTo>
                  <a:lnTo>
                    <a:pt x="1282188" y="0"/>
                  </a:lnTo>
                  <a:lnTo>
                    <a:pt x="1282188" y="1307284"/>
                  </a:lnTo>
                  <a:lnTo>
                    <a:pt x="0" y="1307284"/>
                  </a:lnTo>
                  <a:lnTo>
                    <a:pt x="0" y="0"/>
                  </a:lnTo>
                  <a:close/>
                </a:path>
              </a:pathLst>
            </a:custGeom>
            <a:blipFill>
              <a:blip r:embed="rId14"/>
              <a:stretch>
                <a:fillRect l="0" t="0" r="0" b="0"/>
              </a:stretch>
            </a:blipFill>
          </p:spPr>
        </p:sp>
        <p:sp>
          <p:nvSpPr>
            <p:cNvPr name="Freeform 19" id="19"/>
            <p:cNvSpPr/>
            <p:nvPr/>
          </p:nvSpPr>
          <p:spPr>
            <a:xfrm flipH="false" flipV="false" rot="0">
              <a:off x="0" y="48012"/>
              <a:ext cx="1282808" cy="1301022"/>
            </a:xfrm>
            <a:custGeom>
              <a:avLst/>
              <a:gdLst/>
              <a:ahLst/>
              <a:cxnLst/>
              <a:rect r="r" b="b" t="t" l="l"/>
              <a:pathLst>
                <a:path h="1301022" w="1282808">
                  <a:moveTo>
                    <a:pt x="0" y="0"/>
                  </a:moveTo>
                  <a:lnTo>
                    <a:pt x="1282808" y="0"/>
                  </a:lnTo>
                  <a:lnTo>
                    <a:pt x="1282808" y="1301022"/>
                  </a:lnTo>
                  <a:lnTo>
                    <a:pt x="0" y="1301022"/>
                  </a:lnTo>
                  <a:lnTo>
                    <a:pt x="0" y="0"/>
                  </a:lnTo>
                  <a:close/>
                </a:path>
              </a:pathLst>
            </a:custGeom>
            <a:blipFill>
              <a:blip r:embed="rId15"/>
              <a:stretch>
                <a:fillRect l="0" t="0" r="0" b="0"/>
              </a:stretch>
            </a:blipFill>
          </p:spPr>
        </p:sp>
      </p:grpSp>
      <p:sp>
        <p:nvSpPr>
          <p:cNvPr name="TextBox 20" id="20"/>
          <p:cNvSpPr txBox="true"/>
          <p:nvPr/>
        </p:nvSpPr>
        <p:spPr>
          <a:xfrm rot="0">
            <a:off x="9144000" y="798723"/>
            <a:ext cx="8749955" cy="644312"/>
          </a:xfrm>
          <a:prstGeom prst="rect">
            <a:avLst/>
          </a:prstGeom>
        </p:spPr>
        <p:txBody>
          <a:bodyPr anchor="t" rtlCol="false" tIns="0" lIns="0" bIns="0" rIns="0">
            <a:spAutoFit/>
          </a:bodyPr>
          <a:lstStyle/>
          <a:p>
            <a:pPr algn="l">
              <a:lnSpc>
                <a:spcPts val="4417"/>
              </a:lnSpc>
            </a:pPr>
            <a:r>
              <a:rPr lang="en-US" sz="4908" b="true">
                <a:solidFill>
                  <a:srgbClr val="3C7FC0"/>
                </a:solidFill>
                <a:latin typeface="Poppins Bold"/>
                <a:ea typeface="Poppins Bold"/>
                <a:cs typeface="Poppins Bold"/>
                <a:sym typeface="Poppins Bold"/>
              </a:rPr>
              <a:t>Pin Mapping &amp; Anggaran</a:t>
            </a:r>
          </a:p>
        </p:txBody>
      </p:sp>
    </p:spTree>
  </p:cSld>
  <p:clrMapOvr>
    <a:masterClrMapping/>
  </p:clrMapOvr>
  <p:transition spd="fast">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CFCFC"/>
        </a:solidFill>
      </p:bgPr>
    </p:bg>
    <p:spTree>
      <p:nvGrpSpPr>
        <p:cNvPr id="1" name=""/>
        <p:cNvGrpSpPr/>
        <p:nvPr/>
      </p:nvGrpSpPr>
      <p:grpSpPr>
        <a:xfrm>
          <a:off x="0" y="0"/>
          <a:ext cx="0" cy="0"/>
          <a:chOff x="0" y="0"/>
          <a:chExt cx="0" cy="0"/>
        </a:xfrm>
      </p:grpSpPr>
      <p:grpSp>
        <p:nvGrpSpPr>
          <p:cNvPr name="Group 2" id="2"/>
          <p:cNvGrpSpPr/>
          <p:nvPr/>
        </p:nvGrpSpPr>
        <p:grpSpPr>
          <a:xfrm rot="0">
            <a:off x="-3246116" y="335897"/>
            <a:ext cx="23430577" cy="12975952"/>
            <a:chOff x="0" y="0"/>
            <a:chExt cx="31240770" cy="17301270"/>
          </a:xfrm>
        </p:grpSpPr>
        <p:sp>
          <p:nvSpPr>
            <p:cNvPr name="Freeform 3" id="3"/>
            <p:cNvSpPr/>
            <p:nvPr/>
          </p:nvSpPr>
          <p:spPr>
            <a:xfrm flipH="false" flipV="false" rot="0">
              <a:off x="4006016" y="4418530"/>
              <a:ext cx="24712080" cy="7351844"/>
            </a:xfrm>
            <a:custGeom>
              <a:avLst/>
              <a:gdLst/>
              <a:ahLst/>
              <a:cxnLst/>
              <a:rect r="r" b="b" t="t" l="l"/>
              <a:pathLst>
                <a:path h="7351844" w="24712080">
                  <a:moveTo>
                    <a:pt x="0" y="0"/>
                  </a:moveTo>
                  <a:lnTo>
                    <a:pt x="24712079" y="0"/>
                  </a:lnTo>
                  <a:lnTo>
                    <a:pt x="24712079" y="7351844"/>
                  </a:lnTo>
                  <a:lnTo>
                    <a:pt x="0" y="73518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0"/>
              <a:ext cx="10542498" cy="4677035"/>
            </a:xfrm>
            <a:custGeom>
              <a:avLst/>
              <a:gdLst/>
              <a:ahLst/>
              <a:cxnLst/>
              <a:rect r="r" b="b" t="t" l="l"/>
              <a:pathLst>
                <a:path h="4677035" w="10542498">
                  <a:moveTo>
                    <a:pt x="0" y="0"/>
                  </a:moveTo>
                  <a:lnTo>
                    <a:pt x="10542498" y="0"/>
                  </a:lnTo>
                  <a:lnTo>
                    <a:pt x="10542498" y="4677035"/>
                  </a:lnTo>
                  <a:lnTo>
                    <a:pt x="0" y="4677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4577191" y="3120607"/>
              <a:ext cx="6663578" cy="2956206"/>
            </a:xfrm>
            <a:custGeom>
              <a:avLst/>
              <a:gdLst/>
              <a:ahLst/>
              <a:cxnLst/>
              <a:rect r="r" b="b" t="t" l="l"/>
              <a:pathLst>
                <a:path h="2956206" w="6663578">
                  <a:moveTo>
                    <a:pt x="0" y="0"/>
                  </a:moveTo>
                  <a:lnTo>
                    <a:pt x="6663579" y="0"/>
                  </a:lnTo>
                  <a:lnTo>
                    <a:pt x="6663579" y="2956205"/>
                  </a:lnTo>
                  <a:lnTo>
                    <a:pt x="0" y="2956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872157" y="8953854"/>
              <a:ext cx="24979797" cy="8347415"/>
            </a:xfrm>
            <a:custGeom>
              <a:avLst/>
              <a:gdLst/>
              <a:ahLst/>
              <a:cxnLst/>
              <a:rect r="r" b="b" t="t" l="l"/>
              <a:pathLst>
                <a:path h="8347415" w="24979797">
                  <a:moveTo>
                    <a:pt x="0" y="0"/>
                  </a:moveTo>
                  <a:lnTo>
                    <a:pt x="24979797" y="0"/>
                  </a:lnTo>
                  <a:lnTo>
                    <a:pt x="24979797" y="8347416"/>
                  </a:lnTo>
                  <a:lnTo>
                    <a:pt x="0" y="8347416"/>
                  </a:lnTo>
                  <a:lnTo>
                    <a:pt x="0" y="0"/>
                  </a:lnTo>
                  <a:close/>
                </a:path>
              </a:pathLst>
            </a:custGeom>
            <a:blipFill>
              <a:blip r:embed="rId6"/>
              <a:stretch>
                <a:fillRect l="0" t="0" r="0" b="0"/>
              </a:stretch>
            </a:blipFill>
          </p:spPr>
        </p:sp>
        <p:sp>
          <p:nvSpPr>
            <p:cNvPr name="Freeform 7" id="7"/>
            <p:cNvSpPr/>
            <p:nvPr/>
          </p:nvSpPr>
          <p:spPr>
            <a:xfrm flipH="false" flipV="false" rot="0">
              <a:off x="9397406" y="4418530"/>
              <a:ext cx="3322142" cy="7550324"/>
            </a:xfrm>
            <a:custGeom>
              <a:avLst/>
              <a:gdLst/>
              <a:ahLst/>
              <a:cxnLst/>
              <a:rect r="r" b="b" t="t" l="l"/>
              <a:pathLst>
                <a:path h="7550324" w="3322142">
                  <a:moveTo>
                    <a:pt x="0" y="0"/>
                  </a:moveTo>
                  <a:lnTo>
                    <a:pt x="3322143" y="0"/>
                  </a:lnTo>
                  <a:lnTo>
                    <a:pt x="3322143" y="7550324"/>
                  </a:lnTo>
                  <a:lnTo>
                    <a:pt x="0" y="75503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4997931" y="7337068"/>
              <a:ext cx="3505374" cy="5400436"/>
            </a:xfrm>
            <a:custGeom>
              <a:avLst/>
              <a:gdLst/>
              <a:ahLst/>
              <a:cxnLst/>
              <a:rect r="r" b="b" t="t" l="l"/>
              <a:pathLst>
                <a:path h="5400436" w="3505374">
                  <a:moveTo>
                    <a:pt x="0" y="0"/>
                  </a:moveTo>
                  <a:lnTo>
                    <a:pt x="3505374" y="0"/>
                  </a:lnTo>
                  <a:lnTo>
                    <a:pt x="3505374" y="5400436"/>
                  </a:lnTo>
                  <a:lnTo>
                    <a:pt x="0" y="54004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23268397" y="5476479"/>
              <a:ext cx="5115299" cy="7177077"/>
            </a:xfrm>
            <a:custGeom>
              <a:avLst/>
              <a:gdLst/>
              <a:ahLst/>
              <a:cxnLst/>
              <a:rect r="r" b="b" t="t" l="l"/>
              <a:pathLst>
                <a:path h="7177077" w="5115299">
                  <a:moveTo>
                    <a:pt x="0" y="0"/>
                  </a:moveTo>
                  <a:lnTo>
                    <a:pt x="5115298" y="0"/>
                  </a:lnTo>
                  <a:lnTo>
                    <a:pt x="5115298" y="7177077"/>
                  </a:lnTo>
                  <a:lnTo>
                    <a:pt x="0" y="71770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0" id="10"/>
          <p:cNvGrpSpPr/>
          <p:nvPr/>
        </p:nvGrpSpPr>
        <p:grpSpPr>
          <a:xfrm rot="0">
            <a:off x="0" y="0"/>
            <a:ext cx="18876856" cy="10287000"/>
            <a:chOff x="0" y="0"/>
            <a:chExt cx="4971682" cy="2709333"/>
          </a:xfrm>
        </p:grpSpPr>
        <p:sp>
          <p:nvSpPr>
            <p:cNvPr name="Freeform 11" id="11"/>
            <p:cNvSpPr/>
            <p:nvPr/>
          </p:nvSpPr>
          <p:spPr>
            <a:xfrm flipH="false" flipV="false" rot="0">
              <a:off x="0" y="0"/>
              <a:ext cx="4971682" cy="2709333"/>
            </a:xfrm>
            <a:custGeom>
              <a:avLst/>
              <a:gdLst/>
              <a:ahLst/>
              <a:cxnLst/>
              <a:rect r="r" b="b" t="t" l="l"/>
              <a:pathLst>
                <a:path h="2709333" w="4971682">
                  <a:moveTo>
                    <a:pt x="0" y="0"/>
                  </a:moveTo>
                  <a:lnTo>
                    <a:pt x="4971682" y="0"/>
                  </a:lnTo>
                  <a:lnTo>
                    <a:pt x="4971682" y="2709333"/>
                  </a:lnTo>
                  <a:lnTo>
                    <a:pt x="0" y="2709333"/>
                  </a:lnTo>
                  <a:close/>
                </a:path>
              </a:pathLst>
            </a:custGeom>
            <a:solidFill>
              <a:srgbClr val="FFFFFF">
                <a:alpha val="76863"/>
              </a:srgbClr>
            </a:solidFill>
          </p:spPr>
        </p:sp>
        <p:sp>
          <p:nvSpPr>
            <p:cNvPr name="TextBox 12" id="12"/>
            <p:cNvSpPr txBox="true"/>
            <p:nvPr/>
          </p:nvSpPr>
          <p:spPr>
            <a:xfrm>
              <a:off x="0" y="-66675"/>
              <a:ext cx="4971682" cy="2776008"/>
            </a:xfrm>
            <a:prstGeom prst="rect">
              <a:avLst/>
            </a:prstGeom>
          </p:spPr>
          <p:txBody>
            <a:bodyPr anchor="ctr" rtlCol="false" tIns="50800" lIns="50800" bIns="50800" rIns="50800"/>
            <a:lstStyle/>
            <a:p>
              <a:pPr algn="ctr">
                <a:lnSpc>
                  <a:spcPts val="3381"/>
                </a:lnSpc>
              </a:pPr>
            </a:p>
          </p:txBody>
        </p:sp>
      </p:grpSp>
      <p:sp>
        <p:nvSpPr>
          <p:cNvPr name="Freeform 13" id="13"/>
          <p:cNvSpPr/>
          <p:nvPr/>
        </p:nvSpPr>
        <p:spPr>
          <a:xfrm flipH="false" flipV="false" rot="0">
            <a:off x="844089" y="5622444"/>
            <a:ext cx="7031486" cy="3706577"/>
          </a:xfrm>
          <a:custGeom>
            <a:avLst/>
            <a:gdLst/>
            <a:ahLst/>
            <a:cxnLst/>
            <a:rect r="r" b="b" t="t" l="l"/>
            <a:pathLst>
              <a:path h="3706577" w="7031486">
                <a:moveTo>
                  <a:pt x="0" y="0"/>
                </a:moveTo>
                <a:lnTo>
                  <a:pt x="7031486" y="0"/>
                </a:lnTo>
                <a:lnTo>
                  <a:pt x="7031486" y="3706576"/>
                </a:lnTo>
                <a:lnTo>
                  <a:pt x="0" y="3706576"/>
                </a:lnTo>
                <a:lnTo>
                  <a:pt x="0" y="0"/>
                </a:lnTo>
                <a:close/>
              </a:path>
            </a:pathLst>
          </a:custGeom>
          <a:blipFill>
            <a:blip r:embed="rId13"/>
            <a:stretch>
              <a:fillRect l="0" t="0" r="0" b="0"/>
            </a:stretch>
          </a:blipFill>
        </p:spPr>
      </p:sp>
      <p:sp>
        <p:nvSpPr>
          <p:cNvPr name="Freeform 14" id="14"/>
          <p:cNvSpPr/>
          <p:nvPr/>
        </p:nvSpPr>
        <p:spPr>
          <a:xfrm flipH="false" flipV="false" rot="0">
            <a:off x="844089" y="1771037"/>
            <a:ext cx="7031486" cy="3554952"/>
          </a:xfrm>
          <a:custGeom>
            <a:avLst/>
            <a:gdLst/>
            <a:ahLst/>
            <a:cxnLst/>
            <a:rect r="r" b="b" t="t" l="l"/>
            <a:pathLst>
              <a:path h="3554952" w="7031486">
                <a:moveTo>
                  <a:pt x="0" y="0"/>
                </a:moveTo>
                <a:lnTo>
                  <a:pt x="7031486" y="0"/>
                </a:lnTo>
                <a:lnTo>
                  <a:pt x="7031486" y="3554953"/>
                </a:lnTo>
                <a:lnTo>
                  <a:pt x="0" y="3554953"/>
                </a:lnTo>
                <a:lnTo>
                  <a:pt x="0" y="0"/>
                </a:lnTo>
                <a:close/>
              </a:path>
            </a:pathLst>
          </a:custGeom>
          <a:blipFill>
            <a:blip r:embed="rId14"/>
            <a:stretch>
              <a:fillRect l="0" t="-196" r="0" b="-196"/>
            </a:stretch>
          </a:blipFill>
        </p:spPr>
      </p:sp>
      <p:sp>
        <p:nvSpPr>
          <p:cNvPr name="Freeform 15" id="15"/>
          <p:cNvSpPr/>
          <p:nvPr/>
        </p:nvSpPr>
        <p:spPr>
          <a:xfrm flipH="false" flipV="false" rot="0">
            <a:off x="8286655" y="2119768"/>
            <a:ext cx="9245853" cy="7209252"/>
          </a:xfrm>
          <a:custGeom>
            <a:avLst/>
            <a:gdLst/>
            <a:ahLst/>
            <a:cxnLst/>
            <a:rect r="r" b="b" t="t" l="l"/>
            <a:pathLst>
              <a:path h="7209252" w="9245853">
                <a:moveTo>
                  <a:pt x="0" y="0"/>
                </a:moveTo>
                <a:lnTo>
                  <a:pt x="9245854" y="0"/>
                </a:lnTo>
                <a:lnTo>
                  <a:pt x="9245854" y="7209252"/>
                </a:lnTo>
                <a:lnTo>
                  <a:pt x="0" y="7209252"/>
                </a:lnTo>
                <a:lnTo>
                  <a:pt x="0" y="0"/>
                </a:lnTo>
                <a:close/>
              </a:path>
            </a:pathLst>
          </a:custGeom>
          <a:blipFill>
            <a:blip r:embed="rId15"/>
            <a:stretch>
              <a:fillRect l="0" t="0" r="-2092" b="0"/>
            </a:stretch>
          </a:blipFill>
        </p:spPr>
      </p:sp>
      <p:sp>
        <p:nvSpPr>
          <p:cNvPr name="TextBox 16" id="16"/>
          <p:cNvSpPr txBox="true"/>
          <p:nvPr/>
        </p:nvSpPr>
        <p:spPr>
          <a:xfrm rot="0">
            <a:off x="11661408" y="685759"/>
            <a:ext cx="5597892" cy="800182"/>
          </a:xfrm>
          <a:prstGeom prst="rect">
            <a:avLst/>
          </a:prstGeom>
        </p:spPr>
        <p:txBody>
          <a:bodyPr anchor="t" rtlCol="false" tIns="0" lIns="0" bIns="0" rIns="0">
            <a:spAutoFit/>
          </a:bodyPr>
          <a:lstStyle/>
          <a:p>
            <a:pPr algn="ctr">
              <a:lnSpc>
                <a:spcPts val="5419"/>
              </a:lnSpc>
            </a:pPr>
            <a:r>
              <a:rPr lang="en-US" sz="6021" b="true">
                <a:solidFill>
                  <a:srgbClr val="3C7FC0"/>
                </a:solidFill>
                <a:latin typeface="Poppins Bold"/>
                <a:ea typeface="Poppins Bold"/>
                <a:cs typeface="Poppins Bold"/>
                <a:sym typeface="Poppins Bold"/>
              </a:rPr>
              <a:t>ACTIVITY LOG</a:t>
            </a:r>
          </a:p>
        </p:txBody>
      </p:sp>
      <p:grpSp>
        <p:nvGrpSpPr>
          <p:cNvPr name="Group 17" id="17"/>
          <p:cNvGrpSpPr/>
          <p:nvPr/>
        </p:nvGrpSpPr>
        <p:grpSpPr>
          <a:xfrm rot="0">
            <a:off x="872926" y="160868"/>
            <a:ext cx="3356442" cy="1011775"/>
            <a:chOff x="0" y="0"/>
            <a:chExt cx="4475256" cy="1349034"/>
          </a:xfrm>
        </p:grpSpPr>
        <p:grpSp>
          <p:nvGrpSpPr>
            <p:cNvPr name="Group 18" id="18"/>
            <p:cNvGrpSpPr/>
            <p:nvPr/>
          </p:nvGrpSpPr>
          <p:grpSpPr>
            <a:xfrm rot="0">
              <a:off x="3126222" y="0"/>
              <a:ext cx="1349034" cy="134903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6"/>
                <a:stretch>
                  <a:fillRect l="-46637" t="-2776" r="-45081" b="-1710"/>
                </a:stretch>
              </a:blipFill>
            </p:spPr>
          </p:sp>
        </p:grpSp>
        <p:sp>
          <p:nvSpPr>
            <p:cNvPr name="Freeform 20" id="20"/>
            <p:cNvSpPr/>
            <p:nvPr/>
          </p:nvSpPr>
          <p:spPr>
            <a:xfrm flipH="false" flipV="false" rot="0">
              <a:off x="1616778" y="0"/>
              <a:ext cx="1282188" cy="1307284"/>
            </a:xfrm>
            <a:custGeom>
              <a:avLst/>
              <a:gdLst/>
              <a:ahLst/>
              <a:cxnLst/>
              <a:rect r="r" b="b" t="t" l="l"/>
              <a:pathLst>
                <a:path h="1307284" w="1282188">
                  <a:moveTo>
                    <a:pt x="0" y="0"/>
                  </a:moveTo>
                  <a:lnTo>
                    <a:pt x="1282188" y="0"/>
                  </a:lnTo>
                  <a:lnTo>
                    <a:pt x="1282188" y="1307284"/>
                  </a:lnTo>
                  <a:lnTo>
                    <a:pt x="0" y="1307284"/>
                  </a:lnTo>
                  <a:lnTo>
                    <a:pt x="0" y="0"/>
                  </a:lnTo>
                  <a:close/>
                </a:path>
              </a:pathLst>
            </a:custGeom>
            <a:blipFill>
              <a:blip r:embed="rId17"/>
              <a:stretch>
                <a:fillRect l="0" t="0" r="0" b="0"/>
              </a:stretch>
            </a:blipFill>
          </p:spPr>
        </p:sp>
        <p:sp>
          <p:nvSpPr>
            <p:cNvPr name="Freeform 21" id="21"/>
            <p:cNvSpPr/>
            <p:nvPr/>
          </p:nvSpPr>
          <p:spPr>
            <a:xfrm flipH="false" flipV="false" rot="0">
              <a:off x="0" y="48012"/>
              <a:ext cx="1282808" cy="1301022"/>
            </a:xfrm>
            <a:custGeom>
              <a:avLst/>
              <a:gdLst/>
              <a:ahLst/>
              <a:cxnLst/>
              <a:rect r="r" b="b" t="t" l="l"/>
              <a:pathLst>
                <a:path h="1301022" w="1282808">
                  <a:moveTo>
                    <a:pt x="0" y="0"/>
                  </a:moveTo>
                  <a:lnTo>
                    <a:pt x="1282808" y="0"/>
                  </a:lnTo>
                  <a:lnTo>
                    <a:pt x="1282808" y="1301022"/>
                  </a:lnTo>
                  <a:lnTo>
                    <a:pt x="0" y="1301022"/>
                  </a:lnTo>
                  <a:lnTo>
                    <a:pt x="0" y="0"/>
                  </a:lnTo>
                  <a:close/>
                </a:path>
              </a:pathLst>
            </a:custGeom>
            <a:blipFill>
              <a:blip r:embed="rId18"/>
              <a:stretch>
                <a:fillRect l="0" t="0" r="0" b="0"/>
              </a:stretch>
            </a:blipFill>
          </p:spPr>
        </p:sp>
      </p:gr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DAHLPYfJvwQ</dc:identifier>
  <dcterms:modified xsi:type="dcterms:W3CDTF">2011-08-01T06:04:30Z</dcterms:modified>
  <cp:revision>1</cp:revision>
  <dc:title>PPT S-CANE</dc:title>
</cp:coreProperties>
</file>